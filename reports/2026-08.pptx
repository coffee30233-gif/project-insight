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03920" y="-2194560"/>
            <a:ext cx="6400800" cy="6400800"/>
          </a:xfrm>
          <a:prstGeom prst="ellipse">
            <a:avLst/>
          </a:prstGeom>
          <a:solidFill>
            <a:srgbClr val="4C7E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FFB45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B454"/>
                </a:solidFill>
                <a:latin typeface="Arial"/>
              </a:rPr>
              <a:t>投影機情報站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5F3EC"/>
                </a:solidFill>
                <a:latin typeface="Arial"/>
              </a:rPr>
              <a:t>2026 年 8 月 投影機產業月報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096A1"/>
                </a:solidFill>
                <a:latin typeface="Arial"/>
              </a:rPr>
              <a:t>投影機產業報告 · 自動產生簡報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02 · SECTION　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一、本月摘要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2304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2026 年 8 月全球投影機市場呈現「外熱內冷」的分化格局。中國國內市場受政策退潮、價格戰及需求飽和影響，上半年銷量顯著下滑 26%；然而海外市場在極米、光峰科技與當貝等品牌拓展帶動下保持逆勢成長（投影時代）。為應對市場轉型，品牌廠商加速佈局中高階與多元場景，海信推出星光 S2 Pro 雷射電視、當貝發表 RX10 等新品，極米則攜手 AWALL 成立「XWALL by XGIMI」品牌搶攻美國高端市場（投影時代、IT之家、ProjectorCentral）。技術端，RGB 純雷射技術與 4K 120Hz 高刷新率成為核心趨勢，同時一體式雲台與 DIY 抗雷射散斑方案亦受關注（投影時代、ProjectorCentral、Reddit r/projectors）。供應鏈方面，台積電深化與索尼的感測器合資，光學廠商則加速投資磷化銦雷射晶片與光互連技術以迎合 AI 需求（DigiTimes）。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03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全球與中國市場趨勢</a:t>
            </a:r>
            <a:r>
              <a:rPr sz="1450">
                <a:solidFill>
                  <a:srgbClr val="F5F3EC"/>
                </a:solidFill>
                <a:latin typeface="Arial"/>
              </a:rPr>
              <a:t>：2026 年上半年全球投影機市場「外熱內冷」。中國國內市場受政策補貼效應退潮、低價內卷及需求飽和衝擊，上半年銷量年減 26%；海外市場則在品牌廠商出海帶動下逆勢上揚（投影時代）。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上市企業上半年財報與營運表現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極米科技</a:t>
            </a:r>
            <a:r>
              <a:rPr sz="1450">
                <a:solidFill>
                  <a:srgbClr val="F5F3EC"/>
                </a:solidFill>
                <a:latin typeface="Arial"/>
              </a:rPr>
              <a:t>：2026 上半年海外收入大幅成長 87.63%，拉升整體毛利率至 39%，並持續轉型布局三色雷射商顯與車載光學領域（投影時代）。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39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安克創新</a:t>
            </a:r>
            <a:r>
              <a:rPr sz="1450">
                <a:solidFill>
                  <a:srgbClr val="F5F3EC"/>
                </a:solidFill>
                <a:latin typeface="Arial"/>
              </a:rPr>
              <a:t>：上半年總營收達 166.05 億元人民幣（年增 29.05%），歸母淨利潤 17.02 億元人民幣（年增 45.86%）。其中包含 Nebula 投影機在內的「智能影音」業務營收達 34.85 億元人民幣，年增 24.53%（投影時代）。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中光學</a:t>
            </a:r>
            <a:r>
              <a:rPr sz="1450">
                <a:solidFill>
                  <a:srgbClr val="F5F3EC"/>
                </a:solidFill>
                <a:latin typeface="Arial"/>
              </a:rPr>
              <a:t>：上半年總營收 7.25 億元人民幣（年增 6.71%），淨虧損同比縮減 39.95%。其中光學元組件營收 3.39 億元人民幣（年增 19.28%），投影機整機及配件營收則為 1.18 億元人民幣（年減 5.72%）（投影時代）。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40410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76088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當貝</a:t>
            </a:r>
            <a:r>
              <a:rPr sz="1450">
                <a:solidFill>
                  <a:srgbClr val="F5F3EC"/>
                </a:solidFill>
                <a:latin typeface="Arial"/>
              </a:rPr>
              <a:t>：成功入選杭州獨角獸與準獨角獸企業榜單（ZNDS投影頻道）。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58064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678424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實體通路促銷與報價並列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04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本月中國經銷通路（如北京地區）出現大量產品促銷，部分同一型號機型在不同經銷商或不同時間點呈現出價格差異：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松下 PT-XZ401C</a:t>
            </a:r>
            <a:r>
              <a:rPr sz="1450">
                <a:solidFill>
                  <a:srgbClr val="F5F3EC"/>
                </a:solidFill>
                <a:latin typeface="Arial"/>
              </a:rPr>
              <a:t>：經銷商促銷價出現 10,500 元人民幣與 14,999 元人民幣兩種報價（ZOL投影機頻道）。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明基 EH6834</a:t>
            </a:r>
            <a:r>
              <a:rPr sz="1450">
                <a:solidFill>
                  <a:srgbClr val="F5F3EC"/>
                </a:solidFill>
                <a:latin typeface="Arial"/>
              </a:rPr>
              <a:t>：通路促銷價出現 6,720 元人民幣與 6,800 元人民幣之些微價差（ZOL投影機頻道）。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索諾克 SNP-AC40LU</a:t>
            </a:r>
            <a:r>
              <a:rPr sz="1450">
                <a:solidFill>
                  <a:srgbClr val="F5F3EC"/>
                </a:solidFill>
                <a:latin typeface="Arial"/>
              </a:rPr>
              <a:t>：促銷報價分別有 12,530 元人民幣與 12,550 元人民幣（ZOL投影機頻道）。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28853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愛普生 CH-TW7400</a:t>
            </a:r>
            <a:r>
              <a:rPr sz="1450">
                <a:solidFill>
                  <a:srgbClr val="F5F3EC"/>
                </a:solidFill>
                <a:latin typeface="Arial"/>
              </a:rPr>
              <a:t>：特定經銷商促銷價為 15,000 元人民幣（ZOL投影機頻道）。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69087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62856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高階工程機型報價</a:t>
            </a:r>
            <a:r>
              <a:rPr sz="1450">
                <a:solidFill>
                  <a:srgbClr val="F5F3EC"/>
                </a:solidFill>
                <a:latin typeface="Arial"/>
              </a:rPr>
              <a:t>：易仁科技 YR-D200UAW DLP 雙色雷射工程機報價 69 萬元人民幣；麗訊 DU9900Z 報價 65 萬元人民幣；奧圖碼 CUL15K 報價 18 萬元人民幣（ZOL投影機頻道）。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05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三、新品與品牌動態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4C7EFF"/>
                </a:solidFill>
                <a:latin typeface="Arial"/>
              </a:rPr>
              <a:t>家用娛樂與便攜式機種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FB454"/>
                </a:solidFill>
                <a:latin typeface="Arial"/>
              </a:rPr>
              <a:t>海信（Hisense）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發表新一代雷射電視「星光 S2 Pro」（提供 80、88、100 吋），採用三色雷射光源與 DMD 控光晶片，支援 IMAX Enhanced 與哈曼卡頓全景聲音響，售價 11,999 元人民幣起（投影時代）。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8B7FD6"/>
                </a:solidFill>
                <a:latin typeface="Arial"/>
              </a:rPr>
              <a:t>REDMI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發布 REDMI 投影機 5，主打一體式金屬雲台（支援 360 度旋轉）與全自動畫面校正，亮度 400 CVIA 流明，預售價 999 元人民幣，建議售價 1,299 元人民幣（ZOL投影機頻道）。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6FCF97"/>
                </a:solidFill>
                <a:latin typeface="Arial"/>
              </a:rPr>
              <a:t>當貝（Dangbei）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推出 RX10 雲台雷射投影機，採用 0.33 吋 DMD 晶片、1200 CVIA 流明與 MT9669 晶片，售價 5,499 元人民幣（IT之家）；同時於市場推廣 D7X（三色雷射入門款）、Smart2（重量低於 1kg）及旗艦款 X7 Max（原生 4K 三色雷射）（ZNDS投影頻道）。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4C7EFF"/>
                </a:solidFill>
                <a:latin typeface="Arial"/>
              </a:rPr>
              <a:t>Nebula（安克創新）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發表 Nebula X1S 三色雷射戶外 4K 投影機，具備 6,000 流明高亮度（ProjectorCentral）；並推出 SpaceFlow AI 智慧空間映射配件（投影時代）。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FB454"/>
                </a:solidFill>
                <a:latin typeface="Arial"/>
              </a:rPr>
              <a:t>大眼橙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4750307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推出 C3 Ultra（促銷價 2,199 元人民幣）與 R3 Ultra 高亮版（促銷價 2,705 元人民幣）（ZOL投影機頻道）。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06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三、新品與品牌動態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4C7EFF"/>
                </a:solidFill>
                <a:latin typeface="Arial"/>
              </a:rPr>
              <a:t>商用、工程與海外高端擴展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FB454"/>
                </a:solidFill>
                <a:latin typeface="Arial"/>
              </a:rPr>
              <a:t>極米（XGIMI）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與美國客製化安裝商 AWALL 合作，針對美國高端影院市場推出全新品牌「XWALL by XGIMI」，計畫於 CEDIA 展會發布旗艦產品（ProjectorCentral）。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8B7FD6"/>
                </a:solidFill>
                <a:latin typeface="Arial"/>
              </a:rPr>
              <a:t>明基（BenQ）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推出 LH660 雷射商用投影機，具備 4600 流明、1080P 解析度與 IP6X 防塵光機，首發價 9,499 元人民幣（IT之家）。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6FCF97"/>
                </a:solidFill>
                <a:latin typeface="Arial"/>
              </a:rPr>
              <a:t>巴可（Barco）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發表預計 2026 年量產的 QDX 系列 3DLP 旗艦機種 QDX-N4K RGB 純雷射投影機，搭載 0.98 吋原生 4K DMD 晶片與 100% Rec.2020 色域（投影時代）。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4C7EFF"/>
                </a:solidFill>
                <a:latin typeface="Arial"/>
              </a:rPr>
              <a:t>Screen Innovations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推出 KAOS 360 戶外 24 英尺雙面重載型投影幕（ProjectorCentral）。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07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四、技術動態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高刷新率與 8K 顯示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13055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02536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JVC 宣布於 CEDIA 2026 展示旗艦機種 DLA-NZ900 與 DLA-NZ800，主打 8K 家庭劇院及原生 4K/120p 電競遊戲性能（ProjectorCentral）。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堅果（JMGO）在中國市場推出支援 4K 120Hz 高刷新率的 N5S Ultra Max 投影機（Reddit r/projectors）。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39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雷射散斑抑制方案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05079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22776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論壇用戶分享低成本 DIY 雷射散斑解決方案，在投影幕背面安裝聲音激勵器（Sound Exciters），利用微小震動破壞雷射干涉，以約 100 美元成本成功減少約 70% 散斑（Reddit r/projectors）。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9286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00600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畫質實測與比對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533095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02936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極米 Titan Noir Max 對比 BenQ HT4550，在暗部純淨度與色彩飽和度上優於傳統 DLP 機型（Reddit r/projectors）。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08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四、技術動態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極米 Elfin Flip 4K 與堅果 N1S 4K 實測比對顯示，極米在畫面銳利度與暖色飽和度上表現突出，而堅果則在色彩準確度與黑位純淨度上佔優（Reddit r/projectors）。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軟硬體災情與售後反饋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海外論壇出現多起消費爭議與故障討論，包括極米 Horizon 20 Max 使用三天即故障且售後處置延宕（Reddit r/projectors）、極米 MoGo 3 畫面綠色偏色（Reddit r/projectors）、愛普生 EpiqVision EF21 頻繁自動關機（Reddit r/projectors）、三星 Freestyle 二代 AirPlay 黑畫面（Reddit r/projectors），以及小米 L1 Pro 畫面塵點問題（Reddit r/projectors）。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59943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71416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文旅與展陳沉浸式應用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索諾克（Sonnoc）工程投影機導入中國航天科學中心，打造火星基地等互動展區（投影時代）；愛普生提供 48 台 3LCD 雷射工程投影機應用於上海《永不消失的黑水城》數位展（投影時代）；羿飛教育展示結合動態投影與地理 AR 沙盤的文科教學方案（投影時代）。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09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五、供應鏈觀察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半導體與光學組件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13055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02536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台積電與索尼</a:t>
            </a:r>
            <a:r>
              <a:rPr sz="1450">
                <a:solidFill>
                  <a:srgbClr val="F5F3EC"/>
                </a:solidFill>
                <a:latin typeface="Arial"/>
              </a:rPr>
              <a:t>：台積電董事會通過認購 282 億日圓股份，深化與索尼半導體解決方案公司的影像感測器合資計畫，該產能規劃主要受到蘋果市場需求主導（DigiTimes）。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2770631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42615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聯合光電與堅果</a:t>
            </a:r>
            <a:r>
              <a:rPr sz="1450">
                <a:solidFill>
                  <a:srgbClr val="F5F3EC"/>
                </a:solidFill>
                <a:latin typeface="Arial"/>
              </a:rPr>
              <a:t>：聯合光電 2026 上半年營收達 10.49 億元人民幣並扭虧為盈，公司已完成超短焦及短焦新光機設計，並持有堅果母公司火樂科技約 13.62% 股權（投影時代）。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41071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82696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生態系與戰略合作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81304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6850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中國移動與當貝</a:t>
            </a:r>
            <a:r>
              <a:rPr sz="1450">
                <a:solidFill>
                  <a:srgbClr val="F5F3EC"/>
                </a:solidFill>
                <a:latin typeface="Arial"/>
              </a:rPr>
              <a:t>：雙方達成戰略合作，結合 5G 超高清、AI 與物聯網技術推進智慧家庭大屏生態（ZNDS投影頻道）。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45312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25112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AI 資料中心與雷射晶片發展</a:t>
            </a:r>
            <a:r>
              <a:rPr sz="1450">
                <a:solidFill>
                  <a:srgbClr val="F5F3EC"/>
                </a:solidFill>
                <a:latin typeface="Arial"/>
              </a:rPr>
              <a:t>：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8554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2744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唯捷光電</a:t>
            </a:r>
            <a:r>
              <a:rPr sz="1450">
                <a:solidFill>
                  <a:srgbClr val="F5F3EC"/>
                </a:solidFill>
                <a:latin typeface="Arial"/>
              </a:rPr>
              <a:t>：投資 7.41 億美元於常州建立基地，業務由 VCSEL 擴展至高階磷化銦（InP）雷射晶片，布局 AI 光互連通訊（DigiTimes）。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549554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675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環鴻科技（USI）/ EugenLight</a:t>
            </a:r>
            <a:r>
              <a:rPr sz="1450">
                <a:solidFill>
                  <a:srgbClr val="F5F3EC"/>
                </a:solidFill>
                <a:latin typeface="Arial"/>
              </a:rPr>
              <a:t>：發表 ELSFP 超高功率外部雷射模組，鎖定 AI 資料中心高速光互連需求，預計 2027 年 Q1 量產（DigiTimes）。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10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五、供應鏈觀察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 b="1">
                <a:solidFill>
                  <a:srgbClr val="FFB454"/>
                </a:solidFill>
                <a:latin typeface="Arial"/>
              </a:rPr>
              <a:t>Lightmatter</a:t>
            </a:r>
            <a:r>
              <a:rPr sz="1450">
                <a:solidFill>
                  <a:srgbClr val="F5F3EC"/>
                </a:solidFill>
                <a:latin typeface="Arial"/>
              </a:rPr>
              <a:t>：針對 AI 資料中心 SerDes 逼近 448G 的傳輸極限，提出全光學互連架構藍圖以替代傳統銅纜（DigiTimes）。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11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六、本月關注品牌／技術關鍵字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4C7EFF"/>
                </a:solidFill>
                <a:latin typeface="Arial"/>
              </a:rPr>
              <a:t>重點品牌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5030571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XGIMI（極米）/ XWALL、BenQ（明基）、Epson（愛普生）、Hisense（海信）、Dangbei（當貝）、JMGO（堅果）、Optoma（奧圖碼）、Sony（索尼）、Barco（巴可）、Sonnoc（索諾克）、Nebula（安克創新）。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1315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FB454"/>
                </a:solidFill>
                <a:latin typeface="Arial"/>
              </a:rPr>
              <a:t>核心技術與市場關鍵字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1315" y="2258568"/>
            <a:ext cx="5030571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F5F3EC"/>
                </a:solidFill>
                <a:latin typeface="Arial"/>
              </a:rPr>
              <a:t>三色雷射 (Triple Laser / RGB Pure Laser)、4K 120Hz、8K、雲台投影、3DLP、3LCD、ALPD、超短焦 (UST)、聲音激勵器 (Sound Exciters / 散斑抑制)、光學互連 (Optical Interconnect)、磷化銦 (InP Laser Chips)、外熱內冷。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12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### 新品發布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13055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02536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[極米 Titan Noir Max 投影機家用劇院實機安裝與使用心得分享](https://www.reddit.com/r/projectors/comments/1vejtb5/xgimi_titan_noir_max_updated_theater_room_setup/)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24612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18104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[極米 XGIMI Elfin Flip 4K 隨身投影機數週深度評測](https://www.reddit.com/r/projectors/comments/1vesab0/xgimi_elfin_flip_4k_several_weeks_in/)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[500美元以下最佳多合一投影機推薦？](https://www.reddit.com/r/projectors/comments/1vez9xl/best_500_or_less_all_in_one_projector/) - Reddit r/projectors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23951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11496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[ROLY RL-A6U投影機北京促銷價32200元](https://projector.zol.com.cn/1226/12263468.html) - ZOL投影機頻道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13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[松下 PT-XZ401C 北京促銷價 10500 元](https://projector.zol.com.cn/1226/12263555.html)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[愛普生CB-L530U投影機北京促銷價14000元](https://projector.zol.com.cn/1226/12263557.html)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[明基EH6834投影機北京促銷價6800元](https://projector.zol.com.cn/1226/12263558.html)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[Redmi投影機5正式發布：400 CVIA流明搭配360度雲台，預售價999元](https://projector.zol.com.cn/1226/12266543.html)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[光峰 AL-MU630 激光工程投影機 6200流明促銷資訊](https://projector.zol.com.cn/1227/12270653.html) - ZOL投影機頻道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16636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3834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[光峰AL-MU530雷射工程投影機5200流明促銷](https://projector.zol.com.cn/1227/12270659.html) - ZOL投影機頻道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14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[光峰 AL-MK625 投影機 6200流明 4K 帶系統規格與行情資訊](https://projector.zol.com.cn/1227/12270675.html)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[索尼 VPL-C500XZ 商務辦公雷射投影機促銷活動](https://projector.zol.com.cn/1227/12270685.html)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24612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181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[索尼VPL-EW575辦公會議投影機4300流明促銷中](https://projector.zol.com.cn/1227/12270688.html)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88620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5818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[索尼VPL-EX575辦公會議投影機4200流明促銷中](https://projector.zol.com.cn/1227/12270692.html)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[索尼 VPL-P501XZ 投影機商務辦公雷射機種特價促銷](https://projector.zol.com.cn/1227/12270696.html) - ZOL投影機頻道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16636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3834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[索尼 VPL-P630HZ 投影機中心 7000 流明雷射規格與促銷行情](https://projector.zol.com.cn/1227/12270701.html) - ZOL投影機頻道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15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[索尼 VPL-P530HZ 投影機促銷特價 19,899 元](https://projector.zol.com.cn/1227/12270703.html)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[光峰AL-W360雷射投影機商務辦公機種促銷資訊](https://projector.zol.com.cn/1227/12271128.html)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[光峰AL-W320激光商務投影機促銷特價資訊](https://projector.zol.com.cn/1227/12271129.html)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[SHARP/NEC NP-CA4400X投影機4700流明商務教學促銷](https://projector.zol.com.cn/1227/12271131.html)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[騰訊先鋒雲遊戲發布全新品牌 攜手當貝共探未來大屏遊戲方向](https://news.znds.com/article/60088.html) - ZNDS投影頻道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16636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3834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[2023家用投影機推薦指南：各價位選購分析](https://news.znds.com/article/61992.html) - ZNDS投影頻道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16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[2000元人民幣左右高性價比家用智能投影儀推薦選購指南](https://news.znds.com/article/62577.html) - ZNDS投影頻道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[5000元家用投影機推薦 5000元以內雷射投影機哪款好](https://news.znds.com/article/62662.html) - ZNDS投影頻道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[2023年四千元左右高性價比家用投影機推薦指南](https://news.znds.com/article/63122.html) - ZNDS投影頻道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[情人節實用禮物怎麼選？值得入手的寶藏投影機推薦](https://news.znds.com/article/65374.html) - ZNDS投影頻道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28853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[什麼投影儀最好性價比最高？投影儀測評排行榜前十名](https://news.znds.com/article/66246.html) - ZNDS投影頻道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9286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00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[2024家用投影機推薦指南：剖析品牌選擇與選購要點](https://news.znds.com/article/66540.html) - ZNDS投影頻道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55686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4406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[三色激光畫質驚人！當貝D7X激光投影儀評測：兩千多元即體驗旗艦技術](https://news.znds.com/article/68899.html) - ZNDS投影頻道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17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[當貝Smart2智慧投影機評測：羽量級機身與便攜畫質表現](https://news.znds.com/article/68911.html) - ZNDS投影頻道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[當貝X7 Ultra投影儀實測：家庭影院與遊戲發燒友的雙滿足旗艦](https://news.znds.com/article/68923.html) - ZNDS投影頻道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[當貝X7 Max投影儀深度評測：純三色激光已普及，鏡頭移軸新賽道出現！](https://news.znds.com/article/68941.html) - ZNDS投影頻道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[2026年十大大型場館投影機推薦](https://www.projectorcentral.com/best-bright-projectors.htm) - ProjectorCentral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[2026年八月十大宗教場所教堂投影機推薦](https://www.projectorcentral.com/best-church-projectors.htm) - ProjectorCentral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40410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7608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[2026年十大會議室投影機推薦](https://www.projectorcentral.com/best-conference-room-projectors.htm) - ProjectorCentral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18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[2026年最佳遊戲投影機推薦](https://www.projectorcentral.com/best-gaming-projectors.htm) - ProjectorCentral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[2026年最佳高爾夫模擬器投影機推薦](https://www.projectorcentral.com/best-golf-projectors.htm) - ProjectorCentral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[2026年八月最佳高階家庭劇院投影機推薦](https://www.projectorcentral.com/best-home-theater-projectors.htm) - ProjectorCentral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[2026年十大最佳便攜式家用投影機評選](https://www.projectorcentral.com/best-portable-projectors.htm) - ProjectorCentral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23951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11496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[2026年八月十大超短焦雷射投影機推薦](https://www.projectorcentral.com/best-ultra-short-throw-projectors.htm) - ProjectorCentral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19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[2026年十大互動式投影機推薦](https://www.projectorcentral.com/interactive-projectors.htm) - ProjectorCentral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[2026年全新投影機資料庫與搜尋工具](https://www.projectorcentral.com/new-projectors.htm) - ProjectorCentral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24612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1810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[2026年十大口袋投影機推薦](https://www.projectorcentral.com/popular-pocket-projectors.htm) - ProjectorCentral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12394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9592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[投影機吊架購買指南與推薦通路](https://www.projectorcentral.com/projector-ceiling-mounts.htm) - ProjectorCentral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[中小學與高等教育教室投影機資料庫與選購指南](https://www.projectorcentral.com/projectors-classroom.htm) - ProjectorCentral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20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[會議室投影機資料庫與選購指南](https://www.projectorcentral.com/projectors-conference.htm) - ProjectorCentral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[家庭劇院投影機資料庫與搜尋工具](https://www.projectorcentral.com/projectors-home-theater.htm) - ProjectorCentral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[互動式投影機資料庫與搜尋工具](https://www.projectorcentral.com/projectors-interactive.htm) - ProjectorCentral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[大型場地投影機資料庫搜尋與篩選](https://www.projectorcentral.com/projectors-large-venue.htm) - ProjectorCentral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23951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11496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[口袋型投影機資料庫搜尋](https://www.projectorcentral.com/projectors-pocket.htm) - ProjectorCentral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21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[可攜式投影機資料庫與搜尋工具](https://www.projectorcentral.com/projectors-portable.htm) - ProjectorCentral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[超短焦投影機資料庫與篩選工具](https://www.projectorcentral.com/projectors-ultra-short-throw.htm) - ProjectorCentral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[Screen Innovations 推出 KAOS 360 戶外雙面投影幕](https://www.projectorcentral.com/screen-innovations-kaos-360.htm) - ProjectorCentral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[2026年十大最佳3D投影機推薦](https://www.projectorcentral.com/top-3d-projectors.htm) - ProjectorCentral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23951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11496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[2026年十大大型場地投影機推薦](https://www.projectorcentral.com/top-bright-projectors.htm) - ProjectorCentral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22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[堅果投影儀X型雲台支架促銷，特價254元起](https://projector.zol.com.cn/1228/12286359.html)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[思影 Z06 投影機支架限時優惠，活動價低至 424 元](https://projector.zol.com.cn/1228/12287685.html)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[思影PH投影機吊架售價119元](https://projector.zol.com.cn/1228/12287758.html)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[最佳電池供電戶外投影機推薦](https://www.projectorreviews.com/best-battery-powered-outdoor-projectors/) - ProjectorReviews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[2026年最佳家庭劇院投影機推薦與評選](https://www.projectorreviews.com/best-home-theater-projectors/) - ProjectorReviews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40410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7608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[2026年千元美金以下最佳投影機推薦指南](https://www.projectorreviews.com/best-projectors-under-1000/) - ProjectorReviews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23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[2026年五百美元以下最佳投影機推薦指南](https://www.projectorreviews.com/best-projectors-under-500/) - ProjectorReviews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[2026年最佳超短焦投影機推薦與評選](https://www.projectorreviews.com/best-ultra-short-throw-projectors/) - ProjectorReviews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[愛克創LS022投影儀支架限時特惠](https://projector.zol.com.cn/1230/12303153.html)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12394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9592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[REDMI投影機5正式發布：售價1299元起，搭載一體雲台與自動校正](https://projector.zol.com.cn/1230/12306080.html)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[警告：極米 Horizon 20 Max 購買三天即故障，售後服務與退款陷長達數月糾紛](https://www.reddit.com/r/projectors/comments/1vlwxhm/warning_my_xgimi_horizon_20_max_died_in_3_days_3/) - Reddit r/projectors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24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[極米 Xgimi Elfin Flip 4K 投影機一個月深度使用心得分享](https://www.reddit.com/r/projectors/comments/1vlpw4o/one_month_with_xgimi_elfin_flip_4k/)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[消費者控訴極米投影機品質瑕疵與客服怠惰，呼籲切勿貪圖折扣購買](https://www.reddit.com/r/projectors/comments/1vlx852/sales_discount_trap_do_not_buy_xgimi_horizon_20/)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959351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31335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[購買N3 Ultimate投影機前的選購諮詢與替代方案討論](https://www.reddit.com/r/projectors/comments/1vld9x4/anything_else_i_should_look_at_before_buying_an/)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5074919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46903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[OTA 3 韌體更新來襲](https://www.reddit.com/r/projectors/comments/1vlsixe/ota_3_here_we_come/)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25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[海信 C2 Ultra 投影機值得花那麼多錢購買嗎？](https://www.reddit.com/r/projectors/comments/1vlry08/c2_utra_vale_tutti_quei_soldi/)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[兩千五百美元以下預算之家用投影機選購諮詢](https://www.reddit.com/r/projectors/comments/1vlck3e/projector_under_2500_usd/)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[這台投影機的風扇噪音正常嗎？](https://www.reddit.com/r/projectors/comments/1vl5p5t/is_this_fan_noise_normal/)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[戶外電影之夜預算型投影機：有Temu的推薦嗎？](https://www.reddit.com/r/projectors/comments/1vlp9uv/budget_projector_for_outdoor_movie_nights_any/)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26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[尋求投影機升級建議：從極米 Halo+ 升級至 Horizon 20 Pro 的選擇與推薦](https://www.reddit.com/r/projectors/comments/1vkpbum/help_me_choose_the_best_projector/)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[AWOL Valerion 與 Anker 200吋充氣布幕比較詢問](https://www.reddit.com/r/projectors/comments/1vktxzz/awol_valerion_200_inflatable_vs_anker_200/)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959351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31335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[臥室投影機升級諮詢：使用者尋求平價且畫質音效更佳的替代方案](https://www.reddit.com/r/projectors/comments/1vm2edm/i_had_a_generic_projector_for_my_bedroom_to_play/)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5074919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46903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[尋找適合小房間觀看電影的預算型投影機推薦](https://www.reddit.com/r/projectors/comments/1vm1emw/looking_for_a_projector_in_budget_but_fine/)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27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[學生宿舍投影機推薦：2026秋季九款五百美元以下高性價比機種選購指南](https://www.projectorcentral.com/dorm-room-projectors-2026.htm) - ProjectorCentral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[適合搭配 Android 手機串流播放電影的最佳投影機推薦請益](https://www.reddit.com/r/projectors/comments/1vnqi2l/best_projector_to_stream_movies_off_an_android/)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721607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3591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[國外網友發現堅果已於中國推出支援 4K 120Hz 的投影機產品](https://www.reddit.com/r/projectors/comments/1vn307a/i_didnt_realize_jmgo_already_had_a_4k_120hz/)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[極米 XGIMI Elfin Flip 4K 投影機使用心得分享](https://www.reddit.com/r/projectors/comments/1vnnlih/elfin_flip_4k_impressions/)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28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[Wimius P62 Pro 1080p 投影機 YouTube 評測分享](https://www.reddit.com/r/projectors/comments/1vnmt0u/wimius_p62_pro_1080p_protector_youtube_review/)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 BenQ TH575i 與 WZATCO Legend GT 投影機選購建議與比較](https://www.reddit.com/r/projectors/comments/1vn4khv/help_me_choose_between_the_benq_th575i_and_the/)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959351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31335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[尋求 Vidda C3 Ultra 投影機安裝與設定建議](https://www.reddit.com/r/projectors/comments/1vmyjqj/looking_for_guidance_for_vidda_c3_ultra_setup/)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5074919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46903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[極米 Z4 Aurora XEC10 投影機是否已過時？](https://www.reddit.com/r/projectors/comments/1vmwtxu/is_the_xgimi_z4_aurora_xec10_outdated/)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29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[ViewSonic LX750-4K 投影機實際使用經驗詢問](https://www.reddit.com/r/projectors/comments/1vmr2k5/viewsonic_lx7504k_any_real_world_experience/)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[Reddit論壇用戶尋求運動酒吧與俱樂部場景之投影機選購建議](https://www.reddit.com/r/projectors/comments/1vmumh4/projector_advice/)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721607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3591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[籌辦社區電影會，尋求千元美金以下的最佳投影機推薦](https://www.reddit.com/r/projectors/comments/1vmo413/starting_a_film_societycinema_clubbest_projector/)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[明基TK710、705i與極米Horizon 20投影機選購比較與討論](https://www.reddit.com/r/projectors/comments/1vmbgji/benq_tk_710_vs_705i_vs_xgimi_horizon_20/)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30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[松下BMZ62C 6500流明雷射全高清工程機促銷資訊](https://projector.zol.com.cn/1231/12316504.html)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[愛克創LS022投影儀支架促銷降價72.98元](https://projector.zol.com.cn/1231/12316751.html)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[不只是亮，更是「真」！巴可QDX RGB純激光發布，重新定義沉浸式體驗天花板](http://www.pjtime.com/2026/8/241945617442.shtml) - 投影時代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88620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5818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[索諾克（Sonnoc）光影賦能沉浸式航天科普新標杆](http://www.pjtime.com/2026/8/242049388135.shtml) - 投影時代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[新空間尋求投影機推薦：150吋螢幕搭配預算1000美元選擇討論](https://www.reddit.com/r/projectors/comments/1vpwg5a/beautiful_new_space_looking_for_some_projector/) - Reddit r/projectors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31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[尋找Epson 2250的4K投影機升級替代方案](https://www.reddit.com/r/projectors/comments/1vq5mkd/what_is_a_goodreasonable_4k_projector_replacement/)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 TH575 與 Wimius 投影機效能比較詢問](https://www.reddit.com/r/projectors/comments/1vq6gfg/is_the_benq_th575_better_than_my_wimius_projector/)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959351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31335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[新手求助：尋找性價比高的投影機布幕建議](https://www.reddit.com/r/projectors/comments/1vqcgm1/new_need_screen_suggestions/)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[自製投影幕完工心得分享](https://www.reddit.com/r/projectors/comments/1vq6ymn/diy_project_screen_done/)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32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[詢問關於MoGo雷射投影機連接乙太網路的方法](https://www.reddit.com/r/projectors/comments/1vq4jrx/is_there_any_way_to_connect_an_ethernet_to_a_mogo/)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[Aurzen eazze d1 投影機故障求助](https://www.reddit.com/r/projectors/comments/1vq240t/aurzen_eazze_d1_fix/)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721607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3591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[BenQ TK700 是千美元預算內最佳 4K 120Hz 遊戲投影機嗎？](https://www.reddit.com/r/projectors/comments/1vppwe2/is_the_benq_tk700_the_best_4k120hz_hdr_gaming/)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[關於Neopix投影機的討論](https://www.reddit.com/r/projectors/comments/1vpw49r/neopix/)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33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[舊款Elite Screens電動布幕重力桿布料脫落維修求助](https://www.reddit.com/r/projectors/comments/1vptvyd/older_elite_screens_electric_projector_screen/)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[重要安裝提示：切記撕除投影機鏡頭保護膜](https://www.reddit.com/r/projectors/comments/1vpnq8x/important_installation_tip/)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721607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3591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[尋找適用於極米 Horizon 20 投影機的 USB-A 轉有線網路轉接器](https://www.reddit.com/r/projectors/comments/1vprxdm/finding_the_right_usba_to_ethernetlan_for_the/)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[如何妥善包裝與寄送帶有原廠外箱的舊款 3M 9050 投影機？](https://www.reddit.com/r/projectors/comments/1vpc63c/how_best_to_ship_this_older_3m_9050_overhead/)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34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[我的平價家庭影院房間](https://www.reddit.com/r/projectors/comments/1vqtvot/my_budget_theater_room/)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[小米L1 Pro投影機塵點問題討論](https://www.reddit.com/r/projectors/comments/1vr507p/xiaomi_l1_pro/)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[Optoma PK52 與 Acer Vero PL2810G 投影機選購請益](https://www.reddit.com/r/projectors/comments/1vqw7vy/optoma_pk52_or_acer_vero_pl2810g/)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59943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71416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[愛普生EB-W39投影機斜天花板投影諮詢與使用者經驗交流](https://www.reddit.com/r/projectors/comments/1vqtkm8/projecting_on_a_45_slanted_ceiling_with_an_epson/)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35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[消費者在亞馬遜買到被退貨的海信PT1投影機引發疑慮](https://www.reddit.com/r/projectors/comments/1vqsvlt/amazon_sent_me_a_returned_hisense_pt1/)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[JVC LX-NZ30 與 Epson 投影機規格與性價比比較討論](https://www.reddit.com/r/projectors/comments/1vqy4xv/jvcs_lxnz30_vs_ls9000/)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721607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3591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[海信 PX3 Pro 與 PX4 Pro 購買抉擇與價格比較](https://www.reddit.com/r/projectors/comments/1vqp386/hisense_px3_pro_or_px4_pro/)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59943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71416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[尋找預算有限的戶外電池供電投影機](https://www.reddit.com/r/projectors/comments/1vqx1ug/outdoor_battery_powered_projector_on_a_budget/)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36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[投影機如何從專屬觀影設備轉變為日常隨性使用的工具](https://www.reddit.com/r/projectors/comments/1vqwsg9/the_projector_finally_became_something_i_use/)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[BenQ TK700STi 與 XGIMI Elfin Flip 4K 投影機選購比較](https://www.reddit.com/r/projectors/comments/1vqrmo6/tk700sti_or_elfin_flip_4k/)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959351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31335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[尋找適合軍旅攜帶與遊戲的多功能便攜式投影機推薦](https://www.reddit.com/r/projectors/comments/1vqnxm6/best_multi_use_portable_projector/)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[奧圖碼 UHZ616 投影機家庭影院特價促銷](https://projector.zol.com.cn/1234/12342046.html)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4772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49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[愛普生 CH-TW7400投影機北京促銷價15,000元](https://projector.zol.com.cn/1234/12344095.html) - ZOL投影機頻道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37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[宏碁 Acer AX620 投影機北京特價促銷 3000 元](https://projector.zol.com.cn/1234/12344097.html)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[松下 PT-X3282STC 短焦投影機特惠促銷，助力商務與教育高效演示](https://projector.zol.com.cn/1234/12349753.html)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24612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1810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[奧圖碼UHZ616雷射4K投影機 大變焦+高對比打造客廳私人影院](https://projector.zol.com.cn/1234/12349765.html)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12394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9592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[光峰 AL-DK750S 4K 雷射工程投影機特惠促銷，助力七夕光影活動](https://projector.zol.com.cn/1234/12349774.html)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YR-PPV60AW 暑期特惠：4K 雷射超短焦投影機打造巨幕家庭劇院](https://projector.zol.com.cn/1234/12349785.html) - ZOL投影機頻道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38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YR-CL7816 廠家直銷特惠 3LCD 雷射高亮賦能大型場館](https://projector.zol.com.cn/1234/12349792.html)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[日立 TCP-D1070U 工程投影機特價清庫存 雙燈熱切換高亮工程利器](https://projector.zol.com.cn/1234/12349812.html)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[當貝推出 RX10 投影儀：採用 0.33 吋 DMD 晶片與 1200 CVIA 流明，售價 5499 元](https://www.ithome.com/0/993/101.htm) - IT之家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[明基推出 LH660 雷射商用投影機：4600 流明 1080P，首發價 9499 元](https://www.ithome.com/0/993/050.htm) - IT之家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[2026山東省教育博覽會開幕，羿飛教育文科數位化系列產品亮相](http://www.pjtime.com/2026/8/342046546851.shtml) - 投影時代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39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[松下 PT-BMZ41C 雷射商教投影機 高清商用與教育投影 批量採購優惠](https://projector.zol.com.cn/1237/12376215.html)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[寶視來 BV6H 短焦雷射投影機 靈活安裝穩定輸出 現貨優惠](https://projector.zol.com.cn/1237/12376216.html)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24612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181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[明基HT711家用娛樂投影機限時特惠](https://projector.zol.com.cn/1237/12376415.html)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88620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5818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[以數位光影守護居延文脈 愛普生點亮「永不消失的黑水城」](http://www.pjtime.com/2026/8/352239339668.shtml) - 投影時代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[JVC 將於 CEDIA 2026 展示 8K 劇院與 4K/120p 電競旗艦投影機](https://www.projectorcentral.com/jvc-cedia-2026.htm) - ProjectorCentral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40410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7608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[海信雷射電視新品星光 S2 Pro 正式開售 五大升級打造全景聲家庭影院](http://www.pjtime.com/2026/8/382860542281.shtml) - 投影時代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40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 EH6834 投影機北京特價促銷 6800 元人民幣](https://projector.zol.com.cn/1238/12387725.html)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YR-BM6826 投影機北京特價 26,999 元](https://projector.zol.com.cn/1238/12388840.html)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24612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1810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[易仁科技工程投影機YR-D110UB北京促銷 售價99,900元](https://projector.zol.com.cn/1238/12388842.html)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12394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9592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YR-PPV60AW 投影機北京促銷價 51,999 元](https://projector.zol.com.cn/1238/12388849.html)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[Nebula推出X1S三色雷射戶外4K投影機 具備6,000流明高亮度](https://www.projectorcentral.com/soundcore-nebula-x1s-upgrade.htm) - ProjectorCentral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41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[極米攜手 AWALL 針對美國市場推出全新高端品牌 XWALL by XGIMI](https://www.projectorcentral.com/xwall-by-xgimi-launch.htm) - ProjectorCentral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[奧圖碼 CUL15K 投影機北京經銷商報價 180,000 人民幣](https://projector.zol.com.cn/1241/12412052.html)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[易仁科技高亮度工程投影機YR-D200UAW北京促銷價69萬元](https://projector.zol.com.cn/1241/12412064.html)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YR-NG4186 北京特價促銷 5999 元](https://projector.zol.com.cn/1241/12412076.html)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YR-D86UB 投影機北京促銷價 389,000 元](https://projector.zol.com.cn/1241/12412079.html) - ZOL投影機頻道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42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YR-D72UB 北京特價促銷 34.9 萬元](https://projector.zol.com.cn/1241/12412080.html)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[大眼橙 C3 Ultra 投影機北京促銷價 2199 元](https://projector.zol.com.cn/1241/12413253.html)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[奧圖碼 CUL80T 投影機北京促銷熱賣](https://projector.zol.com.cn/1241/12413262.html)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### 市場數據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05079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22776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[愛普生CH-TW7400北京促銷價15000元](https://projector.zol.com.cn/1226/12263556.html) - ZOL投影機頻道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69087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62856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[索諾克SNP-AC40LU北京地區促銷價12550元](https://projector.zol.com.cn/1226/12263559.html) - ZOL投影機頻道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533095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02936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[勢如破竹！當貝入選2020杭州獨角獸與準獨角獸企業榜單](https://news.znds.com/article/46871.html) - ZNDS投影頻道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43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[2023投影機品牌保值率排名與計算方法解析](https://news.znds.com/article/62541.html) - ZNDS投影頻道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[2023年最值得入手的618投影機推薦與3000-6000元排行榜](https://news.znds.com/article/63461.html) - ZNDS投影頻道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[客廳用什麼投影機好？適合白天客廳用的投影機推薦](https://news.znds.com/article/64202.html) - ZNDS投影頻道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[2026年8月最佳熱銷平價家庭劇院投影機推薦](https://www.projectorcentral.com/best-cheap-projectors.htm) - ProjectorCentral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[2026年八月五千美元以下最佳暢銷家庭劇院投影機盤點](https://www.projectorcentral.com/best-selling-home-theater-projectors.htm) - ProjectorCentral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40410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7608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[2026年八月三千美元以下最佳暢銷家庭劇院投影機排行](https://www.projectorcentral.com/hottest-home-theater-projectors.htm) - ProjectorCentral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44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[投影機幕購買指南與推薦通路](https://www.projectorcentral.com/projector-screens.htm) - ProjectorCentral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[二手投影機燈泡時數對價格影響之討論](https://www.reddit.com/r/projectors/comments/1vlsvga/how_much_should_hours_impact_on_the_price_when/)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[二手 JVC D-ILA 投影機 DLA-X3-BU 購買諮詢](https://www.reddit.com/r/projectors/comments/1vmyj0p/used_jvc_dila_projector_dlax3bu/)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59943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71416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[撿到便宜！網友以20美元二手價格購入LUMA投影幕](https://www.reddit.com/r/projectors/comments/1vr8oqa/scored_a_luma_screen_on_marketplace_for_20/) - Reddit r/projectors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714999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586983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[松下 PT-BMZ51SC 投影機北京經銷商特價促銷](https://projector.zol.com.cn/1234/12344091.html) - ZOL投影機頻道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45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[愛普生CB-2265U北京促銷行情 售價10500元人民幣](https://projector.zol.com.cn/1234/12344092.html)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[愛普生 CH-TW7000 投影機北京促銷價 8,499 人民幣](https://projector.zol.com.cn/1234/12344093.html)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24612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1810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[明基E545商用投影機北京通路促銷 優惠價4199元](https://projector.zol.com.cn/1234/12344099.html)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88620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5818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 E585 投影機北京促銷價 6,099 元](https://projector.zol.com.cn/1234/12344100.html)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52628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9826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[明基EH6834投影機北京特價促銷6720元](https://projector.zol.com.cn/1234/12344101.html) - ZOL投影機頻道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16636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3834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[索諾克SNP-AC55LU投影機北京經銷商特價促銷](https://projector.zol.com.cn/1234/12344102.html) - ZOL投影機頻道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46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[索諾克 SNP-AC40LU 北京特價 12,530 元](https://projector.zol.com.cn/1234/12344103.html)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[中光學2026上半年營收7.25億人民幣 淨虧損同比縮減39.95%](http://www.pjtime.com/2026/8/363165661872.shtml) - 投影時代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[2026年全球投影機市場「外熱內冷」：品牌廠商破局與轉型路徑分析](http://www.pjtime.com/2026/8/371965549391.shtml) - 投影時代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[愛普生 CB-L790U 激光投影機北京經銷商特價促銷](https://projector.zol.com.cn/1238/12387709.html)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28853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[宏碁 Acer T421D 投影機北京經銷商促銷價 12,600 元](https://projector.zol.com.cn/1238/12387717.html) - ZOL投影機頻道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16636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38344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[索諾克 SNP-AC40LU 北京促銷價 12,530 元](https://projector.zol.com.cn/1238/12387729.html) - ZOL投影機頻道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47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YR-CL7816 投影機北京特價 89,999 元](https://projector.zol.com.cn/1238/12388105.html)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YR-LU580ST 投影機北京促銷價 43,999 元](https://projector.zol.com.cn/1238/12388844.html)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[極米、創維等13家光顯供應鏈企業半年報：淨利最高增873%，車載與AI推動成長](http://www.pjtime.com/2026/8/391925124934.shtml) - 投影時代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[安克創新發布2026年半年報：營收166.05億元同比增29.05%，智能影音板塊穩健增長](http://www.pjtime.com/2026/8/403321486712.shtml) - 投影時代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23951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11496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X9 4K超短焦投影機北京開出 36,999 元促銷價](https://projector.zol.com.cn/1241/12412063.html) - ZOL投影機頻道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48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YR-RL5817 投影機北京促銷價 79999 人民幣](https://projector.zol.com.cn/1241/12412071.html)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YR-BJ5335 投影機北京促銷價 69,999 元](https://projector.zol.com.cn/1241/12412072.html)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YR-D45UB 北京特價促銷 售價 10999 元](https://projector.zol.com.cn/1241/12412074.html)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[易仁科技 YR-D100UB 投影機北京促銷 優惠價 468,000 元](https://projector.zol.com.cn/1241/12412077.html)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23951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11496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[ROLY RL-6000U 投影機北京促銷價 128,000 元](https://projector.zol.com.cn/1241/12413251.html) - ZOL投影機頻道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49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[大眼橙 R3 Ultra 高亮版北京特價促銷 2705 元](https://projector.zol.com.cn/1241/12413255.html)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[麗訊 DU9900Z 北京特價促銷 售價 65 萬元](https://projector.zol.com.cn/1241/12413258.html)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[麗訊 DU9055Z 北京特價 388,880 元，雙雷射工程投影機促銷](https://projector.zol.com.cn/1241/12413260.html)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88620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5818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[奧圖碼 EH412ST 投影機北京通路特惠 售價 5,999 人民幣](https://projector.zol.com.cn/1241/12413264.html)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76402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3600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[奧圖碼 REV9178 投影機北京經銷商特價促銷 售價 19,999 元](https://projector.zol.com.cn/1241/12413267.html) - ZOL投影機頻道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50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[松下 PT-XZ401C 投影機北京零售促銷 售價 14,999 元人民幣](https://projector.zol.com.cn/1241/12413640.html) - ZOL投影機頻道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[松下 PT-X3282STC 投影機北京促銷 售價 8950 元起](https://projector.zol.com.cn/1241/12413642.html) - ZOL投影機頻道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[Boxlight 寶視來 BV6H 投影機北京特價促銷 售價 59,999 元](https://projector.zol.com.cn/1241/12413644.html) - ZOL投影機頻道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[ROLY RP-L6200X 北京促銷價 21,990 元](https://projector.zol.com.cn/1241/12413656.html) - ZOL投影機頻道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[ROLY RL-S600W 投影機北京促銷行情：特惠價 79,000 元人民幣](https://projector.zol.com.cn/1241/12413658.html) - ZOL投影機頻道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87959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751576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### 技術動態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51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[極米 Elfin Flip 4K 與堅果 N1S 4K 投影機實測對比：色彩與細節表現](https://www.reddit.com/r/projectors/comments/1vexmuh/xgimi_elfin_flip_4k_vs_refreshed_jmgo_n1s_4k_1700/)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[「請益」家庭影院投影機升級抉擇：二手JVC與新型4K DLP之比較](https://www.reddit.com/r/projectors/comments/1vevxui/need_help_selecting_my_next_projector/)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959351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31335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[投影機鏡頭資料庫與選配工具](https://www.projectorcentral.com/projector-lenses.htm) - ProjectorCentral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59943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71416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[有人低估了超短焦（UST）投影機專用電視櫃的重要性嗎？](https://www.reddit.com/r/projectors/comments/1vlx34i/anyone_else_underestimate_how_important_a_ust/)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52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[尋求首台超短焦（UST）投影機與抗光幕（ALR）搭配推薦](https://www.reddit.com/r/projectors/comments/1vlstcz/recommendations_for_first_ust_projector_and_screen/)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[奧圖碼 EH341 投影機維護與燈泡更換求助](https://www.reddit.com/r/projectors/comments/1vltjsh/help_with_maintenance_and_new_lamp_for_optoma/)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959351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31335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[投影機布幕選擇與1080p遊戲升級請益](https://www.reddit.com/r/projectors/comments/1vm5ger/projector_screen_1080p_gaming/)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[投影機吊裝安裝建議諮詢](https://www.reddit.com/r/projectors/comments/1vlzbtb/projector_mounting_advice/)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53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[尋求單次使用、可循環播放影片的投影機建議](https://www.reddit.com/r/projectors/comments/1vnny96/suggestion_for_single_use_loop_projector/)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[極米 XGIMI MoGo 3 投影機畫面出現綠色偏色問題](https://www.reddit.com/r/projectors/comments/1vnmfmi/xgimi_mogo3_green_tint/)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721607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3591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[國外網友分享超短焦投影機四分螢幕體驗：畫面表現超乎預期](https://www.reddit.com/r/projectors/comments/1vn5s6f/four_things_on_my_new_ust_projector/)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[透過聲音激勵器解決雷射散斑問題](https://www.reddit.com/r/projectors/comments/1vn7zu7/fixing_laser_speckle_with_sound_exciters/)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54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[網友諮詢：採光良好的客廳是否適合安裝投影機及選購建議](https://www.reddit.com/r/projectors/comments/1vn28sh/considering_a_projector/)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[Reddit 用戶尋求家庭劇院升級建議：該換電視還是奧圖碼投影機？](https://www.reddit.com/r/projectors/comments/1vn6gtt/suggestion_for_replacing_tv_or_projector/)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721607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3591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[（更新）各位，我照你們說的買了 HDMI 轉 USB-C 轉接器，但完全沒反應。有人能幫忙嗎？](https://www.reddit.com/r/projectors/comments/1vn165o/update_guy_i_just_bought_hdmi_to_usb_c_adapter/)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[三星 Freestyle 二代投影機 AirPlay 連線異常問題](https://www.reddit.com/r/projectors/comments/1vn4ntm/samsung_freestyle_gen_2_airplay_issues/)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55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[愛普生 EpiqVision EF21 投影機用戶反映頻繁異常關機問題](https://www.reddit.com/r/projectors/comments/1vmvzpu/help_anyone_else_having_issues_with_their_epson/)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[投影機與電視在光敏感/螢幕不耐受症狀下的對比](https://www.reddit.com/r/projectors/comments/1vme6nv/projector_vs_tv_with_light_sensitivityscreen/)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959351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31335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[6x9幻燈片投影討論](https://www.reddit.com/r/projectors/comments/1vmmb8n/6x9_slide_projection/)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837175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09159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[手機拍攝畫面中出現的光影動態是投影效果還是相機偽影？](https://www.reddit.com/r/projectors/comments/1vq68mm/can_anyone_identify_whether_these_moving/)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56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[我的投影機走到盡頭了嗎？](https://www.reddit.com/r/projectors/comments/1vpwxy7/the_end_of_my_projector/)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60604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78024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[網友分享家庭劇院地下室黑色天花板DIY成果](https://www.reddit.com/r/projectors/comments/1vr72cr/painted_ceiling/)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48386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55848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[奧圖碼 HD2200 投影機故障：該自行維修還是直接換新？](https://www.reddit.com/r/projectors/comments/1vr12d5/optoma_hd2200_projector_just_broke_repair_or/) - Reddit r/projectors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59943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71416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[有人知道我投影畫面上的這些小斑點是什麼嗎？](https://www.reddit.com/r/projectors/comments/1vr8ckh/anyone_know_what_are_these_little_blotches_in_my/) - Reddit r/projectors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57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[BenQ W4100i 投影幕選購推薦諮詢（120-150吋、500美元預算）](https://www.reddit.com/r/projectors/comments/1vr7e3b/screen_recommendation_for_benq_w4100i_120150/) - Reddit r/projectors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843784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[無彩虹效應的投影機推薦尋求](https://www.reddit.com/r/projectors/comments/1vqmtfr/rainbow_effect_free_projectors/) - Reddit r/projectors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721607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3591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[Lightmatter 針對 AI 銅纜瓶頸推出光學互連藍圖](https://www.digitimes.com/news/a20260817PD218/copper-data-siph-cpo-photonics.html) - DigiTimes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599432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71416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### 供應鏈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[中國移動與當貝達成戰略合作 共同推動智慧家庭生態](https://news.znds.com/article/50717.html) - ZNDS投影頻道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564184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138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[投影機燈泡購買指南與推薦通路](https://www.projectorcentral.com/projector-lamp.htm) - ProjectorCentral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58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[投影機維修中心推薦與指南](https://www.projectorcentral.com/repair-projectors.htm) - ProjectorCentral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[蘋果需求主導，台積電正式拍板與索尼影像感測器合作案](https://www.digitimes.com/news/a20260812PD206/tsmc-sony-capacity-apple-demand.html) - DigiTimes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246120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18104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[中國唯捷光電投資7.41億美元發展磷化銦雷射晶片，進軍AI光互連領域](https://www.digitimes.com/news/a20260817PD215/inp-laser-chips-communications-manufacturing.html) - DigiTimes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36168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33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[聯合光電發布2026年半年度報告：營收穩步增長並實現扭虧為盈](http://www.pjtime.com/2026/8/403351124737.shtml) - 投影時代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5001768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73752"/>
            <a:ext cx="106984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[環鴻科技旗下公司推出ELSFP雷射模組，積極拓展AI資料中心光互連市場](https://www.digitimes.com/news/a20260828PD226/usi-laser-data-data-center-production.html) - DigiTimes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3200400"/>
            <a:ext cx="5486400" cy="5486400"/>
          </a:xfrm>
          <a:prstGeom prst="ellipse">
            <a:avLst/>
          </a:prstGeom>
          <a:solidFill>
            <a:srgbClr val="4C7E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9144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3EC"/>
                </a:solidFill>
                <a:latin typeface="Arial"/>
              </a:rPr>
              <a:t>投影機情報站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096A1"/>
                </a:solidFill>
                <a:latin typeface="Arial"/>
              </a:rPr>
              <a:t>由本站爬蟲每日追蹤產業動態，AI 自動摘要與分類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