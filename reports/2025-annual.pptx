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5F3E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F5F3EC"/>
                </a:solidFill>
                <a:latin typeface="Arial"/>
              </a:rPr>
              <a:t>出貨量比較（萬台）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9096A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5F3E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全球</c:v>
                  </c:pt>
                  <c:pt idx="1">
                    <c:v>中國智能投影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2017.9</c:v>
                </c:pt>
                <c:pt idx="1">
                  <c:v>604.3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4C7E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5F3E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全球</c:v>
                  </c:pt>
                  <c:pt idx="1">
                    <c:v>中國智能投影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1920.6</c:v>
                </c:pt>
                <c:pt idx="1">
                  <c:v>520.3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5F3E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096A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A2E3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096A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C1F26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9096A1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C1F2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286000"/>
            <a:ext cx="6400800" cy="6400800"/>
          </a:xfrm>
          <a:prstGeom prst="ellipse">
            <a:avLst/>
          </a:prstGeom>
          <a:solidFill>
            <a:srgbClr val="4C7E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FFB454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投影機情報站 · PROJECTOR MARKET INTELLIGENCE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10058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800" b="1" dirty="0">
                <a:solidFill>
                  <a:srgbClr val="F5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年度</a:t>
            </a:r>
            <a:endParaRPr lang="en-US" sz="48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800" b="1" dirty="0">
                <a:solidFill>
                  <a:srgbClr val="F5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投影機產業回顧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45262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09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全球出貨量、技術演進、品牌動態與供應鏈觀察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6263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資料彙整：2026 年 7 月　|　草稿版本，關鍵數字建議人工複核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年度摘要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1C1F26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916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C7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1,920.6 萬台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全球出貨量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年減 4.8%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50876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1C1F26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6916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C7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520.3 萬台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0" y="22402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中國智能投影零售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2606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年減 13.9%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50876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1C1F26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6760" y="16916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B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230.8 萬台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366760" y="22402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全球雷射投影出貨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66760" y="2606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逆勢年增 3.7%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703320"/>
            <a:ext cx="11064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5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年是投影機產業由「規模擴張」轉向「結構調整」的一年。大盤持續下滑，但雷射光源逆勢成長、萬元以上高端機種銷量翻倍，顯示市場正加速往「量縮質升」方向分化。德州儀器新一代 DMD 晶片、Epson 三芯三色引擎、2LCD 商業化量產，是年度代表性技術突破；年末浮現的記憶體晶片漲價，則為 2026 年新品定價投下變數。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9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MARKET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市場數據年度回顧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58521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720840" y="1664208"/>
            <a:ext cx="73152" cy="73152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6" name="Text 3"/>
          <p:cNvSpPr/>
          <p:nvPr/>
        </p:nvSpPr>
        <p:spPr>
          <a:xfrm>
            <a:off x="6949440" y="155448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5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全球上半年 900.3 萬台，年減 4.2%；銷售額 40.5 億美元，年減 8.6%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720840" y="2505456"/>
            <a:ext cx="73152" cy="73152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8" name="Text 5"/>
          <p:cNvSpPr/>
          <p:nvPr/>
        </p:nvSpPr>
        <p:spPr>
          <a:xfrm>
            <a:off x="6949440" y="2395728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5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中國作為最大單一市場，上半年出貨 285.0 萬台，年減 13.5%，全球占比降至 31.7%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720840" y="3346704"/>
            <a:ext cx="73152" cy="73152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0" name="Text 7"/>
          <p:cNvSpPr/>
          <p:nvPr/>
        </p:nvSpPr>
        <p:spPr>
          <a:xfrm>
            <a:off x="6949440" y="3236976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5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中國智能投影銷售額 83.6 億人民幣，年減 16.5%，為繼 2023 年後第二次年度負成長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720840" y="4187952"/>
            <a:ext cx="73152" cy="73152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2" name="Text 9"/>
          <p:cNvSpPr/>
          <p:nvPr/>
        </p:nvSpPr>
        <p:spPr>
          <a:xfrm>
            <a:off x="6949440" y="4078224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5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雷射投影逆勢成長：全球 +3.7%；萬元以上超高端機種銷量翻倍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720840" y="5029200"/>
            <a:ext cx="73152" cy="73152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4" name="Text 11"/>
          <p:cNvSpPr/>
          <p:nvPr/>
        </p:nvSpPr>
        <p:spPr>
          <a:xfrm>
            <a:off x="6949440" y="4919472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5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「以舊換新」補貼全年執行，但邊際刺激效果遞減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9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TECHNOLOGY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技術演進年度觀察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1C1F26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7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0.39 吋 4K DMD 晶片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5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德州儀器 4.5 微米微鏡新製程，10 月率先商用於極米 Z9X 4K、當貝 D7X Pro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5544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1C1F26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73736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7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三芯三色全彩引擎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46520" y="22402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5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Epson 三光源＋三晶片協同方案，提升光利用效率並縮小體積，強化 3LCD 陣營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1C1F26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88620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7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2LCD 商業化量產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38912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5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科金明代工，飛利浦、聯想推出對應機種，突破 1000 流明、FHD 解析度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370332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1C1F26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388620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7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光源結構持續轉移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438912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5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雷射滲透率攀升，中國家用雷射出貨占家用投影近八成，三色雷射占比逾七成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9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BRANDS &amp; PRODUCTS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新品與品牌年度盤點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1C1F26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XGIMI 極米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176272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5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CES 2025 發表 Ascend 概念機；Z6X、Z9X 4K 中階新品；X50 Ultra 等 2026 年式年末預告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0" y="155448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1C1F26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17373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JMGO 堅果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26280" y="2176272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5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CES 2025 推出 N1S 系列三色雷射全球鋪貨，N3 Ultra Max、O2S Ultra 雷射電視同步亮相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6720" y="155448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1C1F26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5320" y="17373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Anker Nebula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75320" y="2176272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5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旗艦 X1（4K 三色雷射、業界首見液冷）5 月上市；X1 Pro、P1 分別於 9、10 月接力發表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1C1F26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0233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 / LG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4462272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5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CES 2025 展出三色雷射超短焦 Premiere 5，強調觸控互動與 154% DCI-P3 色域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97680" y="384048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1C1F26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40233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Hisense 海信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26280" y="4462272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5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月發表旗艦雷射電視 XR10（6000 ANSI 流明、純 RGB 三色雷射），為 CES 2026 造勢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46720" y="3840480"/>
            <a:ext cx="3520440" cy="2057400"/>
          </a:xfrm>
          <a:prstGeom prst="roundRect">
            <a:avLst>
              <a:gd name="adj" fmla="val 3556"/>
            </a:avLst>
          </a:prstGeom>
          <a:solidFill>
            <a:srgbClr val="1C1F26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75320" y="40233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中國品牌排名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75320" y="4462272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5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全年零售銷量小米居冠；Q4 大眼橙憑平價新品躍居單季第一，價格帶競爭加劇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9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SUPPLY CHAIN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供應鏈年度觀察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" cy="960120"/>
          </a:xfrm>
          <a:prstGeom prst="rect">
            <a:avLst/>
          </a:prstGeom>
          <a:solidFill>
            <a:srgbClr val="4C7EFF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5448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DMD 晶片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383280" y="155448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09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 0.39 吋 4K DMD 晶片商用化，緩解 DLP 陣營晶片短缺，但也拉大頭部品牌與中小品牌的技術落差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54864" cy="960120"/>
          </a:xfrm>
          <a:prstGeom prst="rect">
            <a:avLst/>
          </a:prstGeom>
          <a:solidFill>
            <a:srgbClr val="4C7EF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74320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記憶體漲價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83280" y="274320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09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三星、SK 海力士 4 月起停產 DDR4 轉攻 DDR5／HBM，DDR4 現貨價飆升、反超 DDR5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54864" cy="960120"/>
          </a:xfrm>
          <a:prstGeom prst="rect">
            <a:avLst/>
          </a:prstGeom>
          <a:solidFill>
            <a:srgbClr val="4C7EFF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93192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成本傳導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393192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09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鏡頭、顯示晶片、記憶體占成本比重高，電源被動元件採購成本同比上漲約 28%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5166360"/>
            <a:ext cx="54864" cy="960120"/>
          </a:xfrm>
          <a:prstGeom prst="rect">
            <a:avLst/>
          </a:prstGeom>
          <a:solidFill>
            <a:srgbClr val="4C7EFF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512064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政策支撐遞減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0" y="512064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09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「以舊換新」補貼延續全年執行，需求端支撐仍在，但邊際效益明顯遞減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9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TIMELINE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年度關鍵轉折點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3657600"/>
            <a:ext cx="10515600" cy="0"/>
          </a:xfrm>
          <a:prstGeom prst="line">
            <a:avLst/>
          </a:prstGeom>
          <a:noFill/>
          <a:ln w="25400">
            <a:solidFill>
              <a:srgbClr val="2A2E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3584448"/>
            <a:ext cx="146304" cy="146304"/>
          </a:xfrm>
          <a:prstGeom prst="ellipse">
            <a:avLst/>
          </a:prstGeom>
          <a:solidFill>
            <a:srgbClr val="FFB454"/>
          </a:solidFill>
          <a:ln w="25400">
            <a:solidFill>
              <a:srgbClr val="1416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31546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7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1月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-228600" y="205740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5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CES 2025 登場，多品牌集中發表超短焦與生活風格投影機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52928" y="3584448"/>
            <a:ext cx="146304" cy="146304"/>
          </a:xfrm>
          <a:prstGeom prst="ellipse">
            <a:avLst/>
          </a:prstGeom>
          <a:solidFill>
            <a:srgbClr val="FFB454"/>
          </a:solidFill>
          <a:ln w="25400">
            <a:solidFill>
              <a:srgbClr val="1416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38404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7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4月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874520" y="420624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5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Anker 發表旗艦 Nebula X1；記憶體大廠啟動 DDR4 停產轉單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56048" y="3584448"/>
            <a:ext cx="146304" cy="146304"/>
          </a:xfrm>
          <a:prstGeom prst="ellipse">
            <a:avLst/>
          </a:prstGeom>
          <a:solidFill>
            <a:srgbClr val="FFB454"/>
          </a:solidFill>
          <a:ln w="25400">
            <a:solidFill>
              <a:srgbClr val="1416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31546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7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9月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77640" y="205740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5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IFA 2025，Anker 發表結合重低音喇叭的 Nebula X1 Pro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059168" y="3584448"/>
            <a:ext cx="146304" cy="146304"/>
          </a:xfrm>
          <a:prstGeom prst="ellipse">
            <a:avLst/>
          </a:prstGeom>
          <a:solidFill>
            <a:srgbClr val="FFB454"/>
          </a:solidFill>
          <a:ln w="25400">
            <a:solidFill>
              <a:srgbClr val="1416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38404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7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10月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80760" y="420624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5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 0.39吋 4K DMD 晶片商用，極米、當貝率先開售新機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162288" y="3584448"/>
            <a:ext cx="146304" cy="146304"/>
          </a:xfrm>
          <a:prstGeom prst="ellipse">
            <a:avLst/>
          </a:prstGeom>
          <a:solidFill>
            <a:srgbClr val="FFB454"/>
          </a:solidFill>
          <a:ln w="25400">
            <a:solidFill>
              <a:srgbClr val="1416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0" y="31546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7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12月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83880" y="205740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5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海信搶先發表旗艦雷射電視 XR10，為 CES 2026 造勢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1265408" y="3584448"/>
            <a:ext cx="146304" cy="146304"/>
          </a:xfrm>
          <a:prstGeom prst="ellipse">
            <a:avLst/>
          </a:prstGeom>
          <a:solidFill>
            <a:srgbClr val="FFB454"/>
          </a:solidFill>
          <a:ln w="25400">
            <a:solidFill>
              <a:srgbClr val="1416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98480" y="38404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7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2026/1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287000" y="420624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5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RUNTO 發布年度回顧，確立全年「量縮質升」格局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9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OUTLOOK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明年關注重點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225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581912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F5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記憶體與被動元件漲價是否傳導到終端定價，2026 年新機是否「減配」或「漲價」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2252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450592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F5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0.39吋 DMD、三芯三色引擎、2LCD 等新技術能否從首發機種擴散到主流價位帶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2252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337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3319272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F5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雷射光源、高端機種逆勢成長趨勢是否延續，「量縮質升」會否成為長期結構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2062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2252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4187952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F5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「以舊換新」補貼邊際效益遞減，若 2026 年政策收斂，市場恐面臨更大壓力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2252E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074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5056632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F5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品牌集中度與價格帶競爭：DLP 前四品牌份額已逾 94%，中小品牌生存空間持續受壓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9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B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資料來源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5F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本簡報由投影機情報站 AI 助手於 2026 年 7 月彙整公開網路資料製作，主要參考洛圖科技（RUNTO）市場數據報告、ProjectorCentral、Notebookcheck、Forbes 及中國產業媒體報導。內容為草稿性質，正式對外發布前建議人工複核關鍵數字。完整參考清單與逐條引用，請見網站上的 Markdown 版本報告。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9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投影機情報站　·　projector-market-intel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96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2026-07-28T04:12:04Z</dcterms:created>
  <dcterms:modified xsi:type="dcterms:W3CDTF">2026-07-28T04:12:04Z</dcterms:modified>
</cp:coreProperties>
</file>