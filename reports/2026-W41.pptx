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2026-10-05 ～ 2026-10-11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　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這週投影機市場迎來多款高階與旗艦新品齊發，涵蓋智慧家用與超短焦雷射機種。品牌如海信、極米與堅果紛紛推出主打高亮度、高更新率及畫質提升的最新產品。同時，市場亦關注雷射電視在真實客廳中的架設與環境光應對，以及遊戲投影機的實用設置指南，為消費者提供更全面的應用參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海信旗下品牌 Vidda 推出大眼睛 M2 Pro 旗艦版三色激光投影機，主打 1800 CVIA 亮度，售價人民幣 5499 元（【IT之家】）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極米科技宣佈 2026 年旗艦「HORIZON 30系列」將於 10 月 12 日上市，包含 Pro、Max 與 Ultra Max 三款 4K 三色雷射投影機（【XGIMI官方】）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投影機專業評測網站 ProjectorScreen 披露海信 L9Q Pro 超短焦雷射投影機初步數據，原生對比度與暗部表現有顯著升級（【ProjectorScreen】）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4845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堅果投影推出行業首款八千元檔 4K 120Hz 堅果N5S Turbo高刷版，具備 3600 CVIA 流明與小米米家生態聯動（【IT之家】）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8853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當貝官方發布指南，以當貝 N3 Max 為例探討如何利用遊戲投影機提升開放世界遊戲的沈浸感（【當貝Dangbei官方】）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9286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極米科技以 AURA 3 系列為例，發布雷射電視投影機架設指南，探討真實客廳中的銀幕尺寸與投影距離（【XGIMI官方】）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應用材料與英特爾宣佈深化 EPIC 中心合作，聚焦 AI 晶片互連與 Foveros 3D 先進封裝（【DigiTimes】）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DIGITIMES 報導指出，AI 數據需求激增使資料中心的電力供應與散熱技術成為全新瓶頸（【DigiTimes】）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　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10 月 12 日極米科技將正式發表並開放預購 HORIZON 30 系列 4K 三色雷射投影機，其市場反應與首發優惠表現值得持續留意（【XGIMI官方】）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堅果 N5S Turbo 高刷版預計於 10 月 12 日晚間 8 點全面上線開賣，其八千元檔 4K 120Hz 規格的銷售實績將是觀察高刷市場的重要指標（【IT之家】）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