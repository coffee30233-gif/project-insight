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4C7E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FB45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Arial"/>
              </a:rPr>
              <a:t>投影機情報站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3EC"/>
                </a:solidFill>
                <a:latin typeface="Arial"/>
              </a:rPr>
              <a:t>2026-09-07 ～ 2026-09-13 投影機產業週報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96A1"/>
                </a:solidFill>
                <a:latin typeface="Arial"/>
              </a:rPr>
              <a:t>投影機產業報告 · 自動產生簡報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02 · SECTION　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本週重點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這週投影機產業迎來秋季展會高峰，IFA 2026 與 CEDIA 2026 兩大展會成為各大品牌兵家必爭之地。真 4K 120Hz 成為商用與高階家庭劇院的新元年，極米、AWOL Vision、明基、索尼與 JVC 等品牌紛紛發表搭載三色雷射光源與先進影像處理晶片的旗艦新品，全面搶攻高端影音與遊戲市場。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03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IFA 與 CEDIA 新品齊發，高階與真 4K 120Hz 成為主流：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13055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02536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極米在 IFA 2026 推出全球首發的 4K 120Hz 超短焦投影新品（含 AURA 3 系列）與 TITAN Noir 系列；在 CEDIA 2026 更發表 AURA 3 Max，並宣佈與 AWALL 結盟推出專攻北美客製化安裝市場的新品牌 XWALL by XGIMI（投影時代、XGIMI官方、ProjectorCentral）。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24612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1810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AWOL Vision 於 IFA 推出 4K 120Hz 超短焦投影，並在 CEDIA 展出旗艦超短焦 LuxVision（投影時代、ProjectorCentral）。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88620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5818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明基發表全新旗艦家庭影院投影機 W4200，採用三色雷射光源、3200流明與全玻璃電動鏡頭，預計 2027 年 1 月上市，定價約 4000 歐元（投影時代）。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52628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98264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索尼於 CEDIA 2026 展出導入先進 XR 處理器的 Bravia Projector 7（型號 XW5100ES）、Projector 8 與 9 系列（ProjectorCentral）。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540410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27608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JVC 展示旗艦級 DLA-NZ900 與 DLA-NZ800 8K D-ILA 投影機（ProjectorCentral）。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04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此外，科視（Christie）於 CEDIA 推出 Korus 系列 4K1000-KS 單DLP投影機；Barco Residential 展示 Freya + SST 投影機；SIM2 推出 UltraNero 4S DUO 投影機；愛普生展出 Q 系列高亮度家用投影機（ProjectorCentral）。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84378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工程與商用投影市場升級：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246119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18103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極米發表昆侖系列純三色激光工程投影機（12000至25000流明），主打打破單色激光主導局面（投影時代）。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886199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58183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科視宣佈將於 InfoComm India 2026 展出 Korus 系列 1DLP 激光投影機及 Spyder-S 圖像處理器（投影時代）。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52628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9826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視美樂推出全新 L 系列工程投影機，索諾克與 ROLY 等品牌也有相關工程與商用機種動態（投影時代、ZOL投影機頻道）。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516636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38344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周邊與配件市場：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05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Kaleidescape 推出支援原生 8K 的 Strato K 電影播放器；Screen Innovations、Stewart Filmscreen 與 EPV Screens 分別在 CEDIA 展出新款 360 度背投幕、第二代 Director's Choice 投影幕及 140 吋地昇電動抗光幕（ProjectorCentral）。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06 · SECTION　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技術與供應鏈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32907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503057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C7EFF"/>
                </a:solidFill>
                <a:latin typeface="Arial"/>
              </a:rPr>
              <a:t>晶片與影像處理技術突破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5030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明基 W4200 搭載聯發科 MT9681 晶片；madVR Labs 在 CEDIA 推出專為 Envy 視訊處理器設計的 madAssist AI 技術，提升影像調校效率（投影時代、ProjectorCentral）。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00200"/>
            <a:ext cx="5432907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1315" y="1764792"/>
            <a:ext cx="503057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B454"/>
                </a:solidFill>
                <a:latin typeface="Arial"/>
              </a:rPr>
              <a:t>前瞻光學技術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1315" y="2258568"/>
            <a:ext cx="5030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華創新光預估 MicroLED 光學互連技術將在三至五年內進入資料中心；ficonTEC 則宣佈在共封裝光學（CPO）測試技術上取得重大突破，攜手 Hermes Testing 解決矽光子檢測難題（DigiTimes）。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07 · SECTION　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下週關注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IFA 與 CEDIA 展會剛落幕，市場對於各家旗艦 4K 120Hz 與三色雷射新機（如極米 AURA 3 系列、明基 W4200、索尼 XR 系列投影機）後續的實際出貨時程與終端市場反應值得持續留意。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60604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78024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極米與 AWALL 結盟推出的新品牌 XWALL 在北美客製化安裝市場的實際拓展進展。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4C7E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3EC"/>
                </a:solidFill>
                <a:latin typeface="Arial"/>
              </a:rPr>
              <a:t>投影機情報站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由本站爬蟲每日追蹤產業動態，AI 自動摘要與分類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