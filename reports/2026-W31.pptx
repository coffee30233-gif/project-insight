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-2194560"/>
            <a:ext cx="6400800" cy="6400800"/>
          </a:xfrm>
          <a:prstGeom prst="ellipse">
            <a:avLst/>
          </a:prstGeom>
          <a:solidFill>
            <a:srgbClr val="4C7E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FFB454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B454"/>
                </a:solidFill>
                <a:latin typeface="Arial"/>
              </a:rPr>
              <a:t>投影機情報站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241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5F3EC"/>
                </a:solidFill>
                <a:latin typeface="Arial"/>
              </a:rPr>
              <a:t>2026-07-27 ～ 2026-08-02 投影機產業週報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096A1"/>
                </a:solidFill>
                <a:latin typeface="Arial"/>
              </a:rPr>
              <a:t>投影機產業報告 · 自動產生簡報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02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本週重點（3-5 句話）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本週投影機市場迎來多款新品齊發，涵蓋商用、電競、超短焦與大型場館雷射投影機等多元領域。市場數據方面，2026 年上半年中國智慧投影銷量出現年減 2.6 成的衰退，但品牌集中度持續提升。同時，供應鏈端傳出德國蔡司加速擴產以突破 EUV 光學元件瓶頸的消息，有助於穩定上游晶片設備產出。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03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市場與品牌動態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品牌新品齊發</a:t>
            </a:r>
            <a:r>
              <a:rPr sz="1450">
                <a:solidFill>
                  <a:srgbClr val="F5F3EC"/>
                </a:solidFill>
                <a:latin typeface="Arial"/>
              </a:rPr>
              <a:t>：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130552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02536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LG</a:t>
            </a:r>
            <a:r>
              <a:rPr sz="1450">
                <a:solidFill>
                  <a:srgbClr val="F5F3EC"/>
                </a:solidFill>
                <a:latin typeface="Arial"/>
              </a:rPr>
              <a:t> 推出三款針對教育、企業與政府的全新 ProBeam 商用投影機（【ProjectorReviews】）。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770631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42615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Anker</a:t>
            </a:r>
            <a:r>
              <a:rPr sz="1450">
                <a:solidFill>
                  <a:srgbClr val="F5F3EC"/>
                </a:solidFill>
                <a:latin typeface="Arial"/>
              </a:rPr>
              <a:t> 推出 Nebula Cosmos 4K 便攜式投影機（【ProjectorReviews】）。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410712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82696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AWOL Vision</a:t>
            </a:r>
            <a:r>
              <a:rPr sz="1450">
                <a:solidFill>
                  <a:srgbClr val="F5F3EC"/>
                </a:solidFill>
                <a:latin typeface="Arial"/>
              </a:rPr>
              <a:t> 發表 Aetherion 系列三色雷射超短焦投影機，主打 4K 畫質與遊戲低延遲；另有用戶在論壇尋求同價位 UST 機型建議（【ProjectorReviews】、【Reddit r/projectors】）。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428853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6984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BenQ</a:t>
            </a:r>
            <a:r>
              <a:rPr sz="1450">
                <a:solidFill>
                  <a:srgbClr val="F5F3EC"/>
                </a:solidFill>
                <a:latin typeface="Arial"/>
              </a:rPr>
              <a:t> 動作頻頻，發表 X3000i 4K 電競投影機、大型場館專用雷射投影機 LU9750（8,500 流明）與 LU9800（10,000 流明）、高爾夫模擬專用 4K 雷射投影機 LK936ST，以及 Ace (AH700ST) 雷射高爾夫模擬投影機（【ProjectorReviews】）。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5404104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27608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Epson</a:t>
            </a:r>
            <a:r>
              <a:rPr sz="1450">
                <a:solidFill>
                  <a:srgbClr val="F5F3EC"/>
                </a:solidFill>
                <a:latin typeface="Arial"/>
              </a:rPr>
              <a:t> 推出專為客製化家庭劇院整合設計的 QS100 4K PRO-UHD 超短焦雷射投影機（【ProjectorReviews】）。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04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市場與品牌動態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Formovie</a:t>
            </a:r>
            <a:r>
              <a:rPr sz="1450">
                <a:solidFill>
                  <a:srgbClr val="F5F3EC"/>
                </a:solidFill>
                <a:latin typeface="Arial"/>
              </a:rPr>
              <a:t> 推出 Theater Premium 4K 雷射電視（【ProjectorReviews】）。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36829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海信（Hisense）</a:t>
            </a:r>
            <a:r>
              <a:rPr sz="1450">
                <a:solidFill>
                  <a:srgbClr val="F5F3EC"/>
                </a:solidFill>
                <a:latin typeface="Arial"/>
              </a:rPr>
              <a:t> 推出 100 吋與 120 吋 L5G 4K 智慧雷射電視系統，並擴展三色雷射產品線推出 XR10（6,000 流明）與 PX4-PRO（3,500 流明）旗艦機型（【ProjectorReviews】）。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24612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18104"/>
            <a:ext cx="106984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市場銷售數據</a:t>
            </a:r>
            <a:r>
              <a:rPr sz="1450">
                <a:solidFill>
                  <a:srgbClr val="F5F3EC"/>
                </a:solidFill>
                <a:latin typeface="Arial"/>
              </a:rPr>
              <a:t>：根據洛圖科技報告，2026 年上半年中國智慧投影市場（不含雷射電視）全通路銷量為 205.6 萬台，年減 26.0%；銷售額 33.4 億人民幣，年減 27.0%。TOP10 品牌市佔集中度提升，其中極米奪下量額雙冠，大眼橙以 13.1% 的銷量份額排名第二（【新浪科技】）。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4361688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233672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戶外與便攜討論</a:t>
            </a:r>
            <a:r>
              <a:rPr sz="1450">
                <a:solidFill>
                  <a:srgbClr val="F5F3EC"/>
                </a:solidFill>
                <a:latin typeface="Arial"/>
              </a:rPr>
              <a:t>：社群與評測網站針對戶外投影需求，出現美國 250 美元以下戶外投影機諮詢、2026 年最佳戶外投影幕推薦，以及高亮度平價戶外投影機選購指南（【Reddit r/projectors】、【ProjectorReviews】）。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05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技術與供應鏈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上游供應鏈動態</a:t>
            </a:r>
            <a:r>
              <a:rPr sz="1450">
                <a:solidFill>
                  <a:srgbClr val="F5F3EC"/>
                </a:solidFill>
                <a:latin typeface="Arial"/>
              </a:rPr>
              <a:t>：德國蔡司半導體製造技術部門正積極擴大當地產能，以緩解艾司摩爾（ASML）EUV 光學元件的供應瓶頸，滿足 AI 晶片熱潮帶來的強勁需求（【DigiTimes】）。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36829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工程與沉浸式應用</a:t>
            </a:r>
            <a:r>
              <a:rPr sz="1450">
                <a:solidFill>
                  <a:srgbClr val="F5F3EC"/>
                </a:solidFill>
                <a:latin typeface="Arial"/>
              </a:rPr>
              <a:t>：成都 ARTE MUSEUM 數位藝術館導入近百台巴可 G 系列與 UDM 系列工程投影機，解決粉色調呈現及長期運作的色差衰減痛點，打造五千平方公尺的沉浸式數位藝術空間（【投影時代】）。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24612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18104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用戶實際使用案例</a:t>
            </a:r>
            <a:r>
              <a:rPr sz="1450">
                <a:solidFill>
                  <a:srgbClr val="F5F3EC"/>
                </a:solidFill>
                <a:latin typeface="Arial"/>
              </a:rPr>
              <a:t>：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64845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國外用戶分享 Optoma PH31 實測心得，肯定其 3LED 畫質與 299 美元性價比，但也點出單聲道喇叭音質差、51ms 延遲與長投射比等缺點（【Reddit r/projectors】）。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452628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98264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有用戶反映 ALINORE 便攜式智慧投影機在移動位置後出現對焦異常與畫面模糊的故障，凸顯低階便攜機型在機構上的耐用度隱憂（【Reddit r/projectors】）。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06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下週關注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1. </a:t>
            </a:r>
            <a:r>
              <a:rPr sz="1450" b="1">
                <a:solidFill>
                  <a:srgbClr val="FFB454"/>
                </a:solidFill>
                <a:latin typeface="Arial"/>
              </a:rPr>
              <a:t>中國智慧投影市場後續走勢</a:t>
            </a:r>
            <a:r>
              <a:rPr sz="1450">
                <a:solidFill>
                  <a:srgbClr val="F5F3EC"/>
                </a:solidFill>
                <a:latin typeface="Arial"/>
              </a:rPr>
              <a:t>：上半年銷量與銷售額雙雙年減超過兩成，下半年品牌廠是否會透過促銷或新品推出扭轉頹勢，以及 TOP10 品牌的市佔變化值得持續追蹤（【新浪科技】）。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36829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2. </a:t>
            </a:r>
            <a:r>
              <a:rPr sz="1450" b="1">
                <a:solidFill>
                  <a:srgbClr val="FFB454"/>
                </a:solidFill>
                <a:latin typeface="Arial"/>
              </a:rPr>
              <a:t>高階雷射與超短焦（UST）市場競爭</a:t>
            </a:r>
            <a:r>
              <a:rPr sz="1450">
                <a:solidFill>
                  <a:srgbClr val="F5F3EC"/>
                </a:solidFill>
                <a:latin typeface="Arial"/>
              </a:rPr>
              <a:t>：本週海信、AWOL Vision 與 Epson 紛紛推出高階雷射與三色雷射新機，後續市場對這些高階機種的實際銷售反應與評價（【ProjectorReviews】）。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3200400"/>
            <a:ext cx="5486400" cy="5486400"/>
          </a:xfrm>
          <a:prstGeom prst="ellipse">
            <a:avLst/>
          </a:prstGeom>
          <a:solidFill>
            <a:srgbClr val="4C7E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3EC"/>
                </a:solidFill>
                <a:latin typeface="Arial"/>
              </a:rPr>
              <a:t>投影機情報站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118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096A1"/>
                </a:solidFill>
                <a:latin typeface="Arial"/>
              </a:rPr>
              <a:t>由本站爬蟲每日追蹤產業動態，AI 自動摘要與分類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