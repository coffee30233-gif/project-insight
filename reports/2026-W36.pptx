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2026-08-31 ～ 2026-09-06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　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這週產業焦點集中在半年報與技術升級浪潮。上半年全球投影機出貨量受中國市場拖累微降 5.3%，但雷射光源逆勢成長 14.9%，顯示規格升級趨勢明確。供應鏈端，聯合光電實現扭虧為盈並持股火樂科技，安克創新旗下 Nebula 所在板塊營收維持逾二成增長。品牌技術方面，大眼橙預告將攜手 TCL 華星推出首款 LTPS 120Hz 高刷 1LCD 機種，海信亦發表可原生適配投影機的 JUOS 系統，軟硬體創新同步加速。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上半年全球出貨微降，雷射逆勢大增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DISCIE 數據顯示，2026 上半年全球投影機出貨 1,044.3 萬台（同比 -5.3%），主要受中國大陸市場下滑 16.8% 影響。技術路線上 1LCD 市佔達七成，DLP 衰退最深；但雷射光源逆勢成長 14.9%，滲透率升至 11.7%（投影時代）。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0561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安克創新影音板塊穩健增長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0561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安克創新 2026 上半年總營收 166.05 億元人民幣（同比 +29.05%），其中含 Nebula 投影業務的「智能影音」板塊營收 34.85 億元（同比 +24.53%），並推出 SpaceFlow AI 智能空間映射配件（投影時代）。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1315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B7FD6"/>
                </a:solidFill>
                <a:latin typeface="Arial"/>
              </a:rPr>
              <a:t>愛普生搶進居家網課市場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1315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推出 CH-TW5750、CH-TW6280T 及 CB-FH08 等「清亮全彩護眼」系列，採用 3LCD 技術與 LumiPure 光源，主打無散斑、無頻閃（投影時代）。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901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2069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6FCF97"/>
                </a:solidFill>
                <a:latin typeface="Arial"/>
              </a:rPr>
              <a:t>展會與文旅應用動態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2069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ProjectorCentral 公布 2026 CEDIA 最佳展品獎得主（ProjectorCentral）；山西汾陽博物館則引進 22 台索諾克（Sonnoc）領航系列雷射工程投影機打造數位沉浸展廳（投影時代）。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大眼橙聯手 TCL 華星推 LTPS 高刷 1LCD</a:t>
            </a:r>
            <a:r>
              <a:rPr sz="1450">
                <a:solidFill>
                  <a:srgbClr val="F5F3EC"/>
                </a:solidFill>
                <a:latin typeface="Arial"/>
              </a:rPr>
              <a:t>：大眼橙將於 9 月 10 日發布全系採用 TCL 華星專屬面板的新品，首度將 LTPS 技術帶入家用投影，支援原生 120Hz 刷新率、MEMC 與 20000:1 暗場對比，由湖南創科光電提供全封閉光機（投影時代）。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聯合光電半年度報告實現扭虧為盈</a:t>
            </a:r>
            <a:r>
              <a:rPr sz="1450">
                <a:solidFill>
                  <a:srgbClr val="F5F3EC"/>
                </a:solidFill>
                <a:latin typeface="Arial"/>
              </a:rPr>
              <a:t>：上半年總營收達 10.49 億元人民幣，淨利潤 782.54 萬元。公司已完成超短焦與短焦新光機設計，並取得火樂科技約 13.62% 股權深化佈局（投影時代）。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48386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海信發表 JUOS 系統適配投影多終端</a:t>
            </a:r>
            <a:r>
              <a:rPr sz="1450">
                <a:solidFill>
                  <a:srgbClr val="F5F3EC"/>
                </a:solidFill>
                <a:latin typeface="Arial"/>
              </a:rPr>
              <a:t>：海信發布家庭 AIOS「海信JUOS」，搭載自研星海大模型，可原生適配投影機、電視等設備，提升跨裝置互動（ZNDS投影頻道）。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12394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95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峰米科技宣示雷射普及策略</a:t>
            </a:r>
            <a:r>
              <a:rPr sz="1450">
                <a:solidFill>
                  <a:srgbClr val="F5F3EC"/>
                </a:solidFill>
                <a:latin typeface="Arial"/>
              </a:rPr>
              <a:t>：於 2026 CSPC 論壇強調雷射為家用顯示終極方案，提出回歸參數本質與長期經營，呼籲告別低質內卷，推動雷射技術向千元級市場普及（投影時代）。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　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大眼橙 9 月 10 日新品發布會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5030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關注與 TCL 華星合作的 LTPS 120Hz 1LCD 投影機產品規格與定價策略（投影時代）。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1315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雷射顯示平價化趨勢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1315" y="2258568"/>
            <a:ext cx="5030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在雷射光源上半年逆勢增長 14.9% 的背景下，持續留意峰米等品牌將雷射技術推向千元級市場的落地進展（投影時代）。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