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2026-08-17 ～ 2026-08-23 投影機產業週報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　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本週重點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本週投影機市場在新機發布與經銷商通路促銷上相當熱絡。當貝與明基分別推出針對家用雲台與高亮商用的新機 RX10 與 LH660（IT之家）。同時，北京等在地經銷商針對愛普生、奧圖碼、明基、光峰與易仁科技等多款家用與工程機型展開密集促銷（ZOL投影機頻道）。此外，上游供應鏈也有重磅動態，唯捷光電大手筆投資雷射晶片以擴充 AI 光互連佈局（DigiTimes）。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C7EFF"/>
                </a:solidFill>
                <a:latin typeface="Arial"/>
              </a:rPr>
              <a:t>當貝新品登場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219981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當貝發表 RX10 雲台投影儀，採用 0.33 吋 DMD 晶片與雷射光源，提供 1080P 解析度與 1200 CVIA 流明，售價 5,499 元人民幣（IT之家）。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0561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B454"/>
                </a:solidFill>
                <a:latin typeface="Arial"/>
              </a:rPr>
              <a:t>明基發表高亮商用機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0561" y="2258568"/>
            <a:ext cx="219981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明基推出 LH660 雷射商用投影機，主打 4600 流明高亮度、0.65 吋 DMD 晶片與 IP6X 防塵等級，首發價 9,499 元人民幣（IT之家）；經銷商同步針對 E545、E585 與 EH6834 等商用機種展開價格促銷（ZOL投影機頻道）。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1315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B7FD6"/>
                </a:solidFill>
                <a:latin typeface="Arial"/>
              </a:rPr>
              <a:t>品牌通路優惠齊發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1315" y="2258568"/>
            <a:ext cx="219981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奧圖碼 UHZ616 4K 雷射家用機特價 9,699 元人民幣（ZOL投影機頻道）；愛普生 CH-TW7000（8,499 元人民幣）、CH-TW7400（15,000 元人民幣）及商用 CB-2265U（10,500 元人民幣）於北京經銷商祭出優惠（ZOL投影機頻道）；光峰 AL-DK750S 4K 雷射工程機與易仁科技 YR-PPV60AW 超短焦等機型亦推出節慶與暑期促銷（ZOL投影機頻道）。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0901" y="1600200"/>
            <a:ext cx="2602153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2069" y="1764792"/>
            <a:ext cx="219981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6FCF97"/>
                </a:solidFill>
                <a:latin typeface="Arial"/>
              </a:rPr>
              <a:t>海信旗艦與買賣爭議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2069" y="2258568"/>
            <a:ext cx="2199817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海外社群熱烈討論海信 PX3 Pro 與即將上市、價格預計高出兩倍的 PX4 Pro 雷射電視選購抉擇；同時也有消費者反映在電商平台買到海信 PT1 退貨整新機之疑慮（Reddit r/projectors）。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　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技術與供應鏈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C7EFF"/>
                </a:solidFill>
                <a:latin typeface="Arial"/>
              </a:rPr>
              <a:t>唯捷光電巨額投資雷射晶片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中國唯捷光電投資約 7.41 億美元於常州建立製造基地，將業務由 VCSEL 擴展至高階磷化銦（InP）雷射晶片，全力搶攻 AI 光互連市場（DigiTimes）。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B454"/>
                </a:solidFill>
                <a:latin typeface="Arial"/>
              </a:rPr>
              <a:t>全光學架構突破傳輸瓶頸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面對 AI 資料中心 SerDes 速度逼近 448G 的銅纜極限，Lightmatter 提出全光學互連架構藍圖，推動光學技術發展（DigiTimes）。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B7FD6"/>
                </a:solidFill>
                <a:latin typeface="Arial"/>
              </a:rPr>
              <a:t>消費端防塵與品質痛點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社群用戶反映極米與小米 L1 Pro 等機種出現畫面微小斑點，持續引發關於光學引擎進塵（Dust Blobs）與 DMD 晶片維護的討論（Reddit r/projectors）。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　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下週關注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C7EFF"/>
                </a:solidFill>
                <a:latin typeface="Arial"/>
              </a:rPr>
              <a:t>海信 PX4 Pro 上市時程與價格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5030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市場持續關注海信新款雷射電視 PX4 Pro 的實際上市時間與最終定價策略（Reddit r/projectors）。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1315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B454"/>
                </a:solidFill>
                <a:latin typeface="Arial"/>
              </a:rPr>
              <a:t>工程與商用機清庫存效應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1315" y="2258568"/>
            <a:ext cx="503057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日立雙燈工程機（TCP-D1070U）清庫存與各品牌工程機款促銷後續的市場接受度（ZOL投影機頻道）。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