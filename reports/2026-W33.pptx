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2026-08-10 ～ 2026-08-16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353312"/>
          </a:xfrm>
          <a:prstGeom prst="rect">
            <a:avLst/>
          </a:prstGeom>
          <a:noFill/>
        </p:spPr>
        <p:txBody>
          <a:bodyPr wrap="square">
            <a:spAutoFit/>
          </a:bodyPr>
          <a:lstStyle/>
          <a:p>
            <a:pPr>
              <a:lnSpc>
                <a:spcPct val="115000"/>
              </a:lnSpc>
            </a:pPr>
            <a:r>
              <a:rPr sz="1450">
                <a:solidFill>
                  <a:srgbClr val="F5F3EC"/>
                </a:solidFill>
                <a:latin typeface="Arial"/>
              </a:rPr>
              <a:t>這週投影機產業迎來多款新機與旗艦產品發表，包含小米推出售價 1,299 元起的 REDMI 投影機 5，以及巴可發表預計 2026 年量產的 3DLP 旗艦 QDX 系列 RGB 純雷射投影機。同時，台積電董事會正式通過與索尼半導體解決方案公司的影像感測器合資計畫，將認購 282 億日圓股份。在市場與社群討論方面，消費者與玩家們持續關注高階機種性能、預算型設備選購指南，以及各類投影機安裝與維護的實務經驗交流。</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小米旗下品牌 REDMI 發表最新款「REDMI 投影機 5」，建議售價人民幣 1,299 元起，搭載一體式金屬雲台結構、支援 360 度旋轉及全自動畫面校正功能（ZOL投影機頻道）</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877824"/>
          </a:xfrm>
          <a:prstGeom prst="rect">
            <a:avLst/>
          </a:prstGeom>
          <a:noFill/>
        </p:spPr>
        <p:txBody>
          <a:bodyPr wrap="square">
            <a:spAutoFit/>
          </a:bodyPr>
          <a:lstStyle/>
          <a:p>
            <a:pPr>
              <a:lnSpc>
                <a:spcPct val="115000"/>
              </a:lnSpc>
            </a:pPr>
            <a:r>
              <a:rPr sz="1450">
                <a:solidFill>
                  <a:srgbClr val="F5F3EC"/>
                </a:solidFill>
                <a:latin typeface="Arial"/>
              </a:rPr>
              <a:t>巴可（Barco）發表預計 2026 年量產的 3DLP 旗艦 QDX 系列投影機，主打 QDX-N4K RGB 純雷射機型，搭載 0.98 吋原生 4K DMD 晶片與 100% Rec.2020 色域，專為主題公園與飛行影院打造（投影時代）</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640080"/>
          </a:xfrm>
          <a:prstGeom prst="rect">
            <a:avLst/>
          </a:prstGeom>
          <a:noFill/>
        </p:spPr>
        <p:txBody>
          <a:bodyPr wrap="square">
            <a:spAutoFit/>
          </a:bodyPr>
          <a:lstStyle/>
          <a:p>
            <a:pPr>
              <a:lnSpc>
                <a:spcPct val="115000"/>
              </a:lnSpc>
            </a:pPr>
            <a:r>
              <a:rPr sz="1450">
                <a:solidFill>
                  <a:srgbClr val="F5F3EC"/>
                </a:solidFill>
                <a:latin typeface="Arial"/>
              </a:rPr>
              <a:t>索諾克（Sonnoc）工程投影整體解決方案成功導入中國（北京）航天科學中心，展館全面採用領航系列 DLP 激光工程機與 C1 液晶激光機打造多個沉浸式互動展區（投影時代）</a:t>
            </a:r>
          </a:p>
        </p:txBody>
      </p:sp>
      <p:sp>
        <p:nvSpPr>
          <p:cNvPr id="10" name="Oval 9"/>
          <p:cNvSpPr/>
          <p:nvPr/>
        </p:nvSpPr>
        <p:spPr>
          <a:xfrm>
            <a:off x="594360" y="388620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4"/>
            <a:ext cx="10698480" cy="640080"/>
          </a:xfrm>
          <a:prstGeom prst="rect">
            <a:avLst/>
          </a:prstGeom>
          <a:noFill/>
        </p:spPr>
        <p:txBody>
          <a:bodyPr wrap="square">
            <a:spAutoFit/>
          </a:bodyPr>
          <a:lstStyle/>
          <a:p>
            <a:pPr>
              <a:lnSpc>
                <a:spcPct val="115000"/>
              </a:lnSpc>
            </a:pPr>
            <a:r>
              <a:rPr sz="1450">
                <a:solidFill>
                  <a:srgbClr val="F5F3EC"/>
                </a:solidFill>
                <a:latin typeface="Arial"/>
              </a:rPr>
              <a:t>松下（Panasonic）推出 PT-BMZ62C 6,500 流明雷射全高清工程機，並由授權經銷商展開特價促銷活動（ZOL投影機頻道）</a:t>
            </a:r>
          </a:p>
        </p:txBody>
      </p:sp>
      <p:sp>
        <p:nvSpPr>
          <p:cNvPr id="12" name="Oval 11"/>
          <p:cNvSpPr/>
          <p:nvPr/>
        </p:nvSpPr>
        <p:spPr>
          <a:xfrm>
            <a:off x="594360" y="452628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98264"/>
            <a:ext cx="10698480" cy="640080"/>
          </a:xfrm>
          <a:prstGeom prst="rect">
            <a:avLst/>
          </a:prstGeom>
          <a:noFill/>
        </p:spPr>
        <p:txBody>
          <a:bodyPr wrap="square">
            <a:spAutoFit/>
          </a:bodyPr>
          <a:lstStyle/>
          <a:p>
            <a:pPr>
              <a:lnSpc>
                <a:spcPct val="115000"/>
              </a:lnSpc>
            </a:pPr>
            <a:r>
              <a:rPr sz="1450">
                <a:solidFill>
                  <a:srgbClr val="F5F3EC"/>
                </a:solidFill>
                <a:latin typeface="Arial"/>
              </a:rPr>
              <a:t>愛克創推出 LS022 可移動調節落地式三腳支架，適用於投影機等多種設備，並在天貓商城與各大平台展開特惠與降價促銷（ZOL投影機頻道）</a:t>
            </a:r>
          </a:p>
        </p:txBody>
      </p:sp>
      <p:sp>
        <p:nvSpPr>
          <p:cNvPr id="14" name="TextBox 13"/>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台積電董事會正式通過與索尼半導體解決方案公司的影像感測器合資計畫，將認購高達 282 億日圓股份，此合作受雙方共同大客戶蘋果之市場需求所主導（DigiTimes）</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877824"/>
          </a:xfrm>
          <a:prstGeom prst="rect">
            <a:avLst/>
          </a:prstGeom>
          <a:noFill/>
        </p:spPr>
        <p:txBody>
          <a:bodyPr wrap="square">
            <a:spAutoFit/>
          </a:bodyPr>
          <a:lstStyle/>
          <a:p>
            <a:pPr>
              <a:lnSpc>
                <a:spcPct val="115000"/>
              </a:lnSpc>
            </a:pPr>
            <a:r>
              <a:rPr sz="1450">
                <a:solidFill>
                  <a:srgbClr val="F5F3EC"/>
                </a:solidFill>
                <a:latin typeface="Arial"/>
              </a:rPr>
              <a:t>有 Reddit 用戶分享透過花費約 100 美元在投影幕背面安裝聲音激勵器（Sound Exciters）的 DIY 方法，利用微小震動破壞雷射干涉，成功減少約 70% 的雷射散斑問題（Reddit r/projectors）</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a:solidFill>
                  <a:srgbClr val="F5F3EC"/>
                </a:solidFill>
                <a:latin typeface="Arial"/>
              </a:rPr>
              <a:t>續追 REDMI 投影機 5 上市後的市場反應與銷售表現，以及消費者對平價智慧投影機的接受度</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640080"/>
          </a:xfrm>
          <a:prstGeom prst="rect">
            <a:avLst/>
          </a:prstGeom>
          <a:noFill/>
        </p:spPr>
        <p:txBody>
          <a:bodyPr wrap="square">
            <a:spAutoFit/>
          </a:bodyPr>
          <a:lstStyle/>
          <a:p>
            <a:pPr>
              <a:lnSpc>
                <a:spcPct val="115000"/>
              </a:lnSpc>
            </a:pPr>
            <a:r>
              <a:rPr sz="1450">
                <a:solidFill>
                  <a:srgbClr val="F5F3EC"/>
                </a:solidFill>
                <a:latin typeface="Arial"/>
              </a:rPr>
              <a:t>觀察高階工程投影與沉浸式文旅應用（如巴可 QDX 系列、索諾克航天科普專案）後續帶動的商用市場需求</a:t>
            </a:r>
          </a:p>
        </p:txBody>
      </p:sp>
      <p:sp>
        <p:nvSpPr>
          <p:cNvPr id="8" name="Oval 7"/>
          <p:cNvSpPr/>
          <p:nvPr/>
        </p:nvSpPr>
        <p:spPr>
          <a:xfrm>
            <a:off x="594360" y="2770631"/>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42615"/>
            <a:ext cx="10698480" cy="402336"/>
          </a:xfrm>
          <a:prstGeom prst="rect">
            <a:avLst/>
          </a:prstGeom>
          <a:noFill/>
        </p:spPr>
        <p:txBody>
          <a:bodyPr wrap="square">
            <a:spAutoFit/>
          </a:bodyPr>
          <a:lstStyle/>
          <a:p>
            <a:pPr>
              <a:lnSpc>
                <a:spcPct val="115000"/>
              </a:lnSpc>
            </a:pPr>
            <a:r>
              <a:rPr sz="1450">
                <a:solidFill>
                  <a:srgbClr val="F5F3EC"/>
                </a:solidFill>
                <a:latin typeface="Arial"/>
              </a:rPr>
              <a:t>關注用戶在社群上持續反映的投影機韌體異常、硬體相容性與售後服務品質等相關討論是否影響品牌評價</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