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2026-09-28 ～ 2026-10-04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115568"/>
          </a:xfrm>
          <a:prstGeom prst="rect">
            <a:avLst/>
          </a:prstGeom>
          <a:noFill/>
        </p:spPr>
        <p:txBody>
          <a:bodyPr wrap="square">
            <a:spAutoFit/>
          </a:bodyPr>
          <a:lstStyle/>
          <a:p>
            <a:pPr>
              <a:lnSpc>
                <a:spcPct val="115000"/>
              </a:lnSpc>
            </a:pPr>
            <a:r>
              <a:rPr sz="1450">
                <a:solidFill>
                  <a:srgbClr val="F5F3EC"/>
                </a:solidFill>
                <a:latin typeface="Arial"/>
              </a:rPr>
              <a:t>這週投影機產業聚焦於高階新品發表與供應鏈動態。極米推出業界首款原生4K 120Hz雷射電視AURA 3，極哲則發表三折疊便攜投影儀。在供應鏈與基礎設施方面，格羅方德新加坡廠產能突破九成但面臨矽光子設備交期瓶頸，同時LG電子與LS Electric也攜手解決美國AI資料中心的冷卻與電力挑戰。</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a:solidFill>
                  <a:srgbClr val="F5F3EC"/>
                </a:solidFill>
                <a:latin typeface="Arial"/>
              </a:rPr>
              <a:t>極米科技正式發售業界首款原生支援4K 120Hz的雷射電視極米AURA 3，提供100吋至120吋多種版本，售價自18,999元人民幣起，具備850nits亮度與7000:1原生對比度（IT之家）</a:t>
            </a:r>
          </a:p>
        </p:txBody>
      </p:sp>
      <p:sp>
        <p:nvSpPr>
          <p:cNvPr id="6" name="Oval 5"/>
          <p:cNvSpPr/>
          <p:nvPr/>
        </p:nvSpPr>
        <p:spPr>
          <a:xfrm>
            <a:off x="594360" y="260604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78024"/>
            <a:ext cx="10698480" cy="640080"/>
          </a:xfrm>
          <a:prstGeom prst="rect">
            <a:avLst/>
          </a:prstGeom>
          <a:noFill/>
        </p:spPr>
        <p:txBody>
          <a:bodyPr wrap="square">
            <a:spAutoFit/>
          </a:bodyPr>
          <a:lstStyle/>
          <a:p>
            <a:pPr>
              <a:lnSpc>
                <a:spcPct val="115000"/>
              </a:lnSpc>
            </a:pPr>
            <a:r>
              <a:rPr sz="1450">
                <a:solidFill>
                  <a:srgbClr val="F5F3EC"/>
                </a:solidFill>
                <a:latin typeface="Arial"/>
              </a:rPr>
              <a:t>極哲推出全新 ZIP PRO 三折疊便攜投影儀並正式開售，售價 2,999 元，重量僅 586 克並內建 10000mAh 電池（IT之家）</a:t>
            </a:r>
          </a:p>
        </p:txBody>
      </p:sp>
      <p:sp>
        <p:nvSpPr>
          <p:cNvPr id="8" name="Oval 7"/>
          <p:cNvSpPr/>
          <p:nvPr/>
        </p:nvSpPr>
        <p:spPr>
          <a:xfrm>
            <a:off x="594360" y="324612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18104"/>
            <a:ext cx="10698480" cy="640080"/>
          </a:xfrm>
          <a:prstGeom prst="rect">
            <a:avLst/>
          </a:prstGeom>
          <a:noFill/>
        </p:spPr>
        <p:txBody>
          <a:bodyPr wrap="square">
            <a:spAutoFit/>
          </a:bodyPr>
          <a:lstStyle/>
          <a:p>
            <a:pPr>
              <a:lnSpc>
                <a:spcPct val="115000"/>
              </a:lnSpc>
            </a:pPr>
            <a:r>
              <a:rPr sz="1450">
                <a:solidFill>
                  <a:srgbClr val="F5F3EC"/>
                </a:solidFill>
                <a:latin typeface="Arial"/>
              </a:rPr>
              <a:t>美國堪薩斯城設計公司打造的沉浸式景點Atlas9，結合科視激光投影機與自動對齊技術，呈現互動式90年代電影異次元空間（投影時代）</a:t>
            </a:r>
          </a:p>
        </p:txBody>
      </p:sp>
      <p:sp>
        <p:nvSpPr>
          <p:cNvPr id="10" name="Oval 9"/>
          <p:cNvSpPr/>
          <p:nvPr/>
        </p:nvSpPr>
        <p:spPr>
          <a:xfrm>
            <a:off x="594360" y="388620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58184"/>
            <a:ext cx="10698480" cy="640080"/>
          </a:xfrm>
          <a:prstGeom prst="rect">
            <a:avLst/>
          </a:prstGeom>
          <a:noFill/>
        </p:spPr>
        <p:txBody>
          <a:bodyPr wrap="square">
            <a:spAutoFit/>
          </a:bodyPr>
          <a:lstStyle/>
          <a:p>
            <a:pPr>
              <a:lnSpc>
                <a:spcPct val="115000"/>
              </a:lnSpc>
            </a:pPr>
            <a:r>
              <a:rPr sz="1450">
                <a:solidFill>
                  <a:srgbClr val="F5F3EC"/>
                </a:solidFill>
                <a:latin typeface="Arial"/>
              </a:rPr>
              <a:t>松下推出 PT-P20C、PT-P31C 4K、PT-P30C 等多款家用與商用雷射投影機，並在中國經銷通路展開特價促銷（ZOL投影機頻道）</a:t>
            </a:r>
          </a:p>
        </p:txBody>
      </p:sp>
      <p:sp>
        <p:nvSpPr>
          <p:cNvPr id="12" name="Oval 11"/>
          <p:cNvSpPr/>
          <p:nvPr/>
        </p:nvSpPr>
        <p:spPr>
          <a:xfrm>
            <a:off x="594360" y="452628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98264"/>
            <a:ext cx="10698480" cy="640080"/>
          </a:xfrm>
          <a:prstGeom prst="rect">
            <a:avLst/>
          </a:prstGeom>
          <a:noFill/>
        </p:spPr>
        <p:txBody>
          <a:bodyPr wrap="square">
            <a:spAutoFit/>
          </a:bodyPr>
          <a:lstStyle/>
          <a:p>
            <a:pPr>
              <a:lnSpc>
                <a:spcPct val="115000"/>
              </a:lnSpc>
            </a:pPr>
            <a:r>
              <a:rPr sz="1450">
                <a:solidFill>
                  <a:srgbClr val="F5F3EC"/>
                </a:solidFill>
                <a:latin typeface="Arial"/>
              </a:rPr>
              <a:t>愛普生高階4K大型場館投影機助力知名媒體藝術家Refik Anadol，打造全球首座人工智慧藝術博物館「DATALAND」（Epson官方）</a:t>
            </a:r>
          </a:p>
        </p:txBody>
      </p:sp>
      <p:sp>
        <p:nvSpPr>
          <p:cNvPr id="14" name="Oval 13"/>
          <p:cNvSpPr/>
          <p:nvPr/>
        </p:nvSpPr>
        <p:spPr>
          <a:xfrm>
            <a:off x="594360" y="5166360"/>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38344"/>
            <a:ext cx="10698480" cy="640080"/>
          </a:xfrm>
          <a:prstGeom prst="rect">
            <a:avLst/>
          </a:prstGeom>
          <a:noFill/>
        </p:spPr>
        <p:txBody>
          <a:bodyPr wrap="square">
            <a:spAutoFit/>
          </a:bodyPr>
          <a:lstStyle/>
          <a:p>
            <a:pPr>
              <a:lnSpc>
                <a:spcPct val="115000"/>
              </a:lnSpc>
            </a:pPr>
            <a:r>
              <a:rPr sz="1450">
                <a:solidFill>
                  <a:srgbClr val="F5F3EC"/>
                </a:solidFill>
                <a:latin typeface="Arial"/>
              </a:rPr>
              <a:t>當貝官方解析投影機亮度概念，指出1,000 ISO流明已是兼顧暗室與微光客廳的高性價比標準，並以當貝 N3 Max 為例說明（當貝Dangbei官方）</a:t>
            </a:r>
          </a:p>
        </p:txBody>
      </p:sp>
      <p:sp>
        <p:nvSpPr>
          <p:cNvPr id="16" name="TextBox 1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格羅方德位於新加坡的晶圓廠產能利用率已攀升至九成以上，但在推動矽光子技術擴產計畫時，正遭遇設備交期拉長的供應鏈瓶頸（DigiTimes）</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LG電子與LS Electric宣布合作，鎖定美國市場布局AI資料中心所需的冷卻系統產能與高壓電力基礎設施，以緩解散熱與供電瓶頸（DigiTimes）</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640080"/>
          </a:xfrm>
          <a:prstGeom prst="rect">
            <a:avLst/>
          </a:prstGeom>
          <a:noFill/>
        </p:spPr>
        <p:txBody>
          <a:bodyPr wrap="square">
            <a:spAutoFit/>
          </a:bodyPr>
          <a:lstStyle/>
          <a:p>
            <a:pPr>
              <a:lnSpc>
                <a:spcPct val="115000"/>
              </a:lnSpc>
            </a:pPr>
            <a:r>
              <a:rPr sz="1450">
                <a:solidFill>
                  <a:srgbClr val="F5F3EC"/>
                </a:solidFill>
                <a:latin typeface="Arial"/>
              </a:rPr>
              <a:t>觀察格羅方德新加坡廠在矽光子擴產上面臨的設備交期瓶頸是否會進一步影響先進光學元件的產能釋放速度（DigiTimes）</a:t>
            </a:r>
          </a:p>
        </p:txBody>
      </p:sp>
      <p:sp>
        <p:nvSpPr>
          <p:cNvPr id="6" name="Oval 5"/>
          <p:cNvSpPr/>
          <p:nvPr/>
        </p:nvSpPr>
        <p:spPr>
          <a:xfrm>
            <a:off x="594360" y="236829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40280"/>
            <a:ext cx="10698480" cy="640080"/>
          </a:xfrm>
          <a:prstGeom prst="rect">
            <a:avLst/>
          </a:prstGeom>
          <a:noFill/>
        </p:spPr>
        <p:txBody>
          <a:bodyPr wrap="square">
            <a:spAutoFit/>
          </a:bodyPr>
          <a:lstStyle/>
          <a:p>
            <a:pPr>
              <a:lnSpc>
                <a:spcPct val="115000"/>
              </a:lnSpc>
            </a:pPr>
            <a:r>
              <a:rPr sz="1450">
                <a:solidFill>
                  <a:srgbClr val="F5F3EC"/>
                </a:solidFill>
                <a:latin typeface="Arial"/>
              </a:rPr>
              <a:t>關注松下與各大品牌在中國經銷通路展開的一系列雷射投影機與商用機種特價促銷，對市場買氣與庫存去化的實際帶動效果（ZOL投影機頻道）</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