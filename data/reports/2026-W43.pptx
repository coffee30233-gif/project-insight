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2026-10-19 ～ 2026-10-25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a:solidFill>
                  <a:srgbClr val="F5F3EC"/>
                </a:solidFill>
                <a:latin typeface="Arial"/>
              </a:rPr>
              <a:t>這週投影機產業焦點集中在大型展演應用與新品海外眾籌的亮眼成績。浙江省運會開幕式捨棄傳統LED，採用161台巴可投影機打造立體「禮城」舞台；同時，極米科技在Kickstarter推出AURA 3系列雷射電視，創下23小時募得超過1500萬美元的紀錄，並積極跨足AI眼鏡與智能機器人領域。此外，市場上也見到多款工程與家用投影機的通路特惠活動。</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市場與品牌動態（1/2）</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巴可投影機在浙江省運會開幕式中大放異彩，採用140台QDX-4K45與21台I600-4K15投影機，透過7至10層畫面疊加技術打造立體「禮城」舞台，克服視差與光影融合挑戰（投影時代）</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極米科技新款AURA 3系列4K RGB激光電視在Kickstarter平台展開海外眾籌，僅23小時便募得超過1500萬美元，創下平台最快紀錄（投影時代）</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877824"/>
          </a:xfrm>
          <a:prstGeom prst="rect">
            <a:avLst/>
          </a:prstGeom>
          <a:noFill/>
        </p:spPr>
        <p:txBody>
          <a:bodyPr wrap="square">
            <a:spAutoFit/>
          </a:bodyPr>
          <a:lstStyle/>
          <a:p>
            <a:pPr>
              <a:lnSpc>
                <a:spcPct val="115000"/>
              </a:lnSpc>
            </a:pPr>
            <a:r>
              <a:rPr sz="1450">
                <a:solidFill>
                  <a:srgbClr val="F5F3EC"/>
                </a:solidFill>
                <a:latin typeface="Arial"/>
              </a:rPr>
              <a:t>極米科技正式推出AURA 3 Max與Pro系列超短焦雷射電視，AURA 3 Max早鳥價2,399美元（建議售價4,999美元），Pro版售價2,199美元（建議售價3,999美元），預計2026年12月起出貨（XGIMI官方）</a:t>
            </a:r>
          </a:p>
        </p:txBody>
      </p:sp>
      <p:sp>
        <p:nvSpPr>
          <p:cNvPr id="10" name="Oval 9"/>
          <p:cNvSpPr/>
          <p:nvPr/>
        </p:nvSpPr>
        <p:spPr>
          <a:xfrm>
            <a:off x="594360" y="388620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4"/>
            <a:ext cx="10698480" cy="640080"/>
          </a:xfrm>
          <a:prstGeom prst="rect">
            <a:avLst/>
          </a:prstGeom>
          <a:noFill/>
        </p:spPr>
        <p:txBody>
          <a:bodyPr wrap="square">
            <a:spAutoFit/>
          </a:bodyPr>
          <a:lstStyle/>
          <a:p>
            <a:pPr>
              <a:lnSpc>
                <a:spcPct val="115000"/>
              </a:lnSpc>
            </a:pPr>
            <a:r>
              <a:rPr sz="1450">
                <a:solidFill>
                  <a:srgbClr val="F5F3EC"/>
                </a:solidFill>
                <a:latin typeface="Arial"/>
              </a:rPr>
              <a:t>極米科技積極開拓第二曲線，旗下AI眼鏡MemoMind One在國內開售並發表AI記憶手環，更參股成立深圳马克先生科技有限公司跨足智能機器人領域（投影時代）</a:t>
            </a:r>
          </a:p>
        </p:txBody>
      </p:sp>
      <p:sp>
        <p:nvSpPr>
          <p:cNvPr id="12" name="Oval 11"/>
          <p:cNvSpPr/>
          <p:nvPr/>
        </p:nvSpPr>
        <p:spPr>
          <a:xfrm>
            <a:off x="594360" y="452628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98264"/>
            <a:ext cx="10698480" cy="640080"/>
          </a:xfrm>
          <a:prstGeom prst="rect">
            <a:avLst/>
          </a:prstGeom>
          <a:noFill/>
        </p:spPr>
        <p:txBody>
          <a:bodyPr wrap="square">
            <a:spAutoFit/>
          </a:bodyPr>
          <a:lstStyle/>
          <a:p>
            <a:pPr>
              <a:lnSpc>
                <a:spcPct val="115000"/>
              </a:lnSpc>
            </a:pPr>
            <a:r>
              <a:rPr sz="1450">
                <a:solidFill>
                  <a:srgbClr val="F5F3EC"/>
                </a:solidFill>
                <a:latin typeface="Arial"/>
              </a:rPr>
              <a:t>松下PT-BMZ62C 6500流明激光工程投影機推出特價促銷，授權核心代理商富日廣通優惠價為15,599元人民幣（ZOL投影機頻道）</a:t>
            </a:r>
          </a:p>
        </p:txBody>
      </p:sp>
      <p:sp>
        <p:nvSpPr>
          <p:cNvPr id="14" name="Oval 13"/>
          <p:cNvSpPr/>
          <p:nvPr/>
        </p:nvSpPr>
        <p:spPr>
          <a:xfrm>
            <a:off x="594360" y="516636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38344"/>
            <a:ext cx="10698480" cy="640080"/>
          </a:xfrm>
          <a:prstGeom prst="rect">
            <a:avLst/>
          </a:prstGeom>
          <a:noFill/>
        </p:spPr>
        <p:txBody>
          <a:bodyPr wrap="square">
            <a:spAutoFit/>
          </a:bodyPr>
          <a:lstStyle/>
          <a:p>
            <a:pPr>
              <a:lnSpc>
                <a:spcPct val="115000"/>
              </a:lnSpc>
            </a:pPr>
            <a:r>
              <a:rPr sz="1450">
                <a:solidFill>
                  <a:srgbClr val="F5F3EC"/>
                </a:solidFill>
                <a:latin typeface="Arial"/>
              </a:rPr>
              <a:t>奧圖碼UHZ616雷射投影機於中關村線上商家進行特價促銷，主打4K雷射家庭影院優選（ZOL投影機頻道）</a:t>
            </a:r>
          </a:p>
        </p:txBody>
      </p:sp>
      <p:sp>
        <p:nvSpPr>
          <p:cNvPr id="16" name="TextBox 1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市場與品牌動態（2/2）</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大眼橙R3 Ultra家用投影機在中關村在線商家展開特價促銷，主打家庭影音與遊戲娛樂功能（ZOL投影機頻道）</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易仁科技 YR-YP7803 激光 3LCD 高亮投影機在中關村在線展開特價促銷，售價提供工程大屏應用市場採購參考（ZOL投影機頻道）</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Extron 宣佈將單線 USB-C 連接功能導入其 AVoIP 系統中，提供更簡便的影音訊號傳輸與設備整合方案（AV Network）</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877824"/>
          </a:xfrm>
          <a:prstGeom prst="rect">
            <a:avLst/>
          </a:prstGeom>
          <a:noFill/>
        </p:spPr>
        <p:txBody>
          <a:bodyPr wrap="square">
            <a:spAutoFit/>
          </a:bodyPr>
          <a:lstStyle/>
          <a:p>
            <a:pPr>
              <a:lnSpc>
                <a:spcPct val="115000"/>
              </a:lnSpc>
            </a:pPr>
            <a:r>
              <a:rPr sz="1450">
                <a:solidFill>
                  <a:srgbClr val="F5F3EC"/>
                </a:solidFill>
                <a:latin typeface="Arial"/>
              </a:rPr>
              <a:t>L-Acoustics 在 2026 年迪士尼 Upfront 活動中，透過先進音響系統在單一空間內同時支援四場不同展演活動，展現專業影音工程與空間應用的整合實力（AV Network）</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640080"/>
          </a:xfrm>
          <a:prstGeom prst="rect">
            <a:avLst/>
          </a:prstGeom>
          <a:noFill/>
        </p:spPr>
        <p:txBody>
          <a:bodyPr wrap="square">
            <a:spAutoFit/>
          </a:bodyPr>
          <a:lstStyle/>
          <a:p>
            <a:pPr>
              <a:lnSpc>
                <a:spcPct val="115000"/>
              </a:lnSpc>
            </a:pPr>
            <a:r>
              <a:rPr sz="1450">
                <a:solidFill>
                  <a:srgbClr val="F5F3EC"/>
                </a:solidFill>
                <a:latin typeface="Arial"/>
              </a:rPr>
              <a:t>松下宣布將玻璃型鈣鈦礦太陽能電池的量產時間從2030財年提前至2029年4月，結合專有材料、噴墨塗層與激光加工技術，鎖定城市建築窗戶與牆壁等空間（IT之家）</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極米AURA 3系列在Kickstarter創下破1,500萬美元的募資紀錄後，後續的生產製造進度與2026年12月的出貨狀況是否能如期進行（投影時代）</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投影機品牌在多元化佈局下的發展，如極米跨足AI眼鏡與智能機器人後，對本業光學與硬體研發資源的實際影響（投影時代）</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