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3920" y="-2194560"/>
            <a:ext cx="6400800" cy="6400800"/>
          </a:xfrm>
          <a:prstGeom prst="ellipse">
            <a:avLst/>
          </a:prstGeom>
          <a:solidFill>
            <a:srgbClr val="4C7E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377440" y="4206240"/>
            <a:ext cx="5486400" cy="5486400"/>
          </a:xfrm>
          <a:prstGeom prst="ellipse">
            <a:avLst/>
          </a:prstGeom>
          <a:solidFill>
            <a:srgbClr val="FFB454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B454"/>
                </a:solidFill>
                <a:latin typeface="Arial"/>
              </a:rPr>
              <a:t>投影機情報站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241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5F3EC"/>
                </a:solidFill>
                <a:latin typeface="Arial"/>
              </a:rPr>
              <a:t>2026-08-24 ～ 2026-08-30 投影機產業週報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096A1"/>
                </a:solidFill>
                <a:latin typeface="Arial"/>
              </a:rPr>
              <a:t>投影機產業報告 · 自動產生簡報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02 · SECTION　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本週重點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本週投影機產業呈現「外熱內冷」發展格局，中國國內市場需求飽和，品牌廠商紛紛透過技術升級與出海佈局尋求破局 (投影時代)。極米半年報顯示海外收入大增 87.63%，並攜手美國業者 AWALL 推出高端品牌 XWALL 搶攻北美市場 (ProjectorCentral, 投影時代)。此外，傳統光顯供應鏈受消費電子放緩影響業績分化，車載顯示與 AI 應用已成為推動企業營收成長的新引擎 (投影時代)。終端產品則聚焦高亮度激光與沉浸式場景，包含海信開售新一代雷射電視、愛普生與羿飛將投影深化應用於文化展演與 AR 教育 (投影時代)。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03 · SECTION　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市場與品牌動態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4C7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764792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4C7EFF"/>
                </a:solidFill>
                <a:latin typeface="Arial"/>
              </a:rPr>
              <a:t>全球市場與出海趨勢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258568"/>
            <a:ext cx="3143402" cy="144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50">
                <a:solidFill>
                  <a:srgbClr val="F5F3EC"/>
                </a:solidFill>
                <a:latin typeface="Arial"/>
              </a:rPr>
              <a:t>2026 年全球投影機市場呈「外熱內冷」，中國國內上半年銷量下跌 26%，極米、光峰、當貝等品牌推動海外逆勢成長。極米上半年海外收入年增 87.63%，帶動毛利率升至 39% (投影時代)。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600200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4146" y="1764792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FB454"/>
                </a:solidFill>
                <a:latin typeface="Arial"/>
              </a:rPr>
              <a:t>中光學財報與營運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4146" y="2258568"/>
            <a:ext cx="3143402" cy="144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50">
                <a:solidFill>
                  <a:srgbClr val="F5F3EC"/>
                </a:solidFill>
                <a:latin typeface="Arial"/>
              </a:rPr>
              <a:t>中光學 2026 上半年營收達 7.25 億人民幣（年增 6.71%），淨虧損縮減 39.95%。其中投影機整機及配件營收 1.18 億元（年減 5.72%），公司正加速轉型車載 HUD 與 AR/VR 領域 (投影時代)。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1600200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8B7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8484" y="1764792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8B7FD6"/>
                </a:solidFill>
                <a:latin typeface="Arial"/>
              </a:rPr>
              <a:t>跨國合作與高端品牌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8484" y="2258568"/>
            <a:ext cx="3143402" cy="144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50">
                <a:solidFill>
                  <a:srgbClr val="F5F3EC"/>
                </a:solidFill>
                <a:latin typeface="Arial"/>
              </a:rPr>
              <a:t>極米攜手美國客製化安裝業者 AWALL，針對美國市場推出高端家庭影院品牌「XWALL by XGIMI」，結合極米光學技術與在地安裝服務 (ProjectorCentral)。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91939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6FC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256531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6FCF97"/>
                </a:solidFill>
                <a:latin typeface="Arial"/>
              </a:rPr>
              <a:t>新品上市與展會預告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750307"/>
            <a:ext cx="3143402" cy="144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50">
                <a:solidFill>
                  <a:srgbClr val="F5F3EC"/>
                </a:solidFill>
                <a:latin typeface="Arial"/>
              </a:rPr>
              <a:t>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2978" y="4091939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4C7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4146" y="4256531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4C7EFF"/>
                </a:solidFill>
                <a:latin typeface="Arial"/>
              </a:rPr>
              <a:t>海信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4146" y="4750307"/>
            <a:ext cx="3143402" cy="144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50">
                <a:solidFill>
                  <a:srgbClr val="F5F3EC"/>
                </a:solidFill>
                <a:latin typeface="Arial"/>
              </a:rPr>
              <a:t>新一代雷射電視「星光 S2 Pro」正式開售（80/88/100 吋），採用三色雷射與 DMD 控光晶片，售價 11,999 人民幣起 (投影時代)。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7316" y="4091939"/>
            <a:ext cx="3545738" cy="226314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8484" y="4256531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FB454"/>
                </a:solidFill>
                <a:latin typeface="Arial"/>
              </a:rPr>
              <a:t>Nebula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8484" y="4750307"/>
            <a:ext cx="3143402" cy="144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50">
                <a:solidFill>
                  <a:srgbClr val="F5F3EC"/>
                </a:solidFill>
                <a:latin typeface="Arial"/>
              </a:rPr>
              <a:t>推出升級版 X1S 三色雷射戶外 4K 投影機，主打 6,000 流明高亮度 (ProjectorCentral)。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04 · SECTION　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市場與品牌動態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545738" cy="475488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4C7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764792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4C7EFF"/>
                </a:solidFill>
                <a:latin typeface="Arial"/>
              </a:rPr>
              <a:t>JVC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258568"/>
            <a:ext cx="314340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50">
                <a:solidFill>
                  <a:srgbClr val="F5F3EC"/>
                </a:solidFill>
                <a:latin typeface="Arial"/>
              </a:rPr>
              <a:t>宣布將於 CEDIA 2026 展出 DLA-NZ900 與 DLA-NZ800 旗艦機型，聚焦 8K 家庭劇院與原生 4K/120p 電競體驗 (ProjectorCentral)。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600200"/>
            <a:ext cx="3545738" cy="475488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4146" y="1764792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FB454"/>
                </a:solidFill>
                <a:latin typeface="Arial"/>
              </a:rPr>
              <a:t>易仁科技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4146" y="2258568"/>
            <a:ext cx="314340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50">
                <a:solidFill>
                  <a:srgbClr val="F5F3EC"/>
                </a:solidFill>
                <a:latin typeface="Arial"/>
              </a:rPr>
              <a:t>於北京地區促銷多款高階工程機，包括 11,000 流明 DLP 雙色雷射機型 YR-D110UB（99,900 人民幣）與 4K 6,000 流明的 YR-PPV60AW（51,999 人民幣）(ZOL投影機頻道)。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1600200"/>
            <a:ext cx="3545738" cy="4754880"/>
          </a:xfrm>
          <a:prstGeom prst="roundRect">
            <a:avLst>
              <a:gd name="adj" fmla="val 6000"/>
            </a:avLst>
          </a:prstGeom>
          <a:solidFill>
            <a:srgbClr val="23262F"/>
          </a:solidFill>
          <a:ln w="12700">
            <a:solidFill>
              <a:srgbClr val="8B7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8484" y="1764792"/>
            <a:ext cx="314340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8B7FD6"/>
                </a:solidFill>
                <a:latin typeface="Arial"/>
              </a:rPr>
              <a:t>通路特價促銷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8484" y="2258568"/>
            <a:ext cx="314340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150">
                <a:solidFill>
                  <a:srgbClr val="F5F3EC"/>
                </a:solidFill>
                <a:latin typeface="Arial"/>
              </a:rPr>
              <a:t>明基（HT711、EH6834）、松下（PT-BMZ41C）、寶視來（BV6H）及宏碁（Acer T421D）等機型近期均在北京通路展開特價優惠 (ZOL投影機頻道)。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05 · SECTION　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技術與供應鏈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車載與 AI 成為成長新引擎</a:t>
            </a:r>
            <a:r>
              <a:rPr sz="1450">
                <a:solidFill>
                  <a:srgbClr val="F5F3EC"/>
                </a:solidFill>
                <a:latin typeface="Arial"/>
              </a:rPr>
              <a:t>：光顯供應鏈企業上半年半年報顯示，受消費電子需求放緩影響，企業業績呈現分化。車載顯示與 AI 應用已轉化為拉動產業鏈成長的主要動力 (投影時代)。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36829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文旅與 AR 智慧教育應用</a:t>
            </a:r>
            <a:r>
              <a:rPr sz="1450">
                <a:solidFill>
                  <a:srgbClr val="F5F3EC"/>
                </a:solidFill>
                <a:latin typeface="Arial"/>
              </a:rPr>
              <a:t>：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770632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42616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愛普生提供 48 台 3LCD 激光工程投影機打造上海《永不消失的黑水城》數位藝術展，發揮 20,000 小時免維護與高色彩還原特性 (投影時代)。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410712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82696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羿飛教育於山東教博會展出結合即時增強現實（AR）投影的地理沙盤與數位化書法教室，展現動態投影與三維視覺化技術在教育的落地 (投影時代)。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06 · SECTION　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下週關注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1. </a:t>
            </a:r>
            <a:r>
              <a:rPr sz="1450" b="1">
                <a:solidFill>
                  <a:srgbClr val="FFB454"/>
                </a:solidFill>
                <a:latin typeface="Arial"/>
              </a:rPr>
              <a:t>CEDIA 2026 展會發布</a:t>
            </a:r>
            <a:r>
              <a:rPr sz="1450">
                <a:solidFill>
                  <a:srgbClr val="F5F3EC"/>
                </a:solidFill>
                <a:latin typeface="Arial"/>
              </a:rPr>
              <a:t>：關注極米預計於 9 月 1 日在美國 CEDIA 展會發布的「XWALL by XGIMI」首款旗艦產品，以及 JVC 旗艦機型的現場展出實況 (ProjectorCentral)。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606040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78024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2. </a:t>
            </a:r>
            <a:r>
              <a:rPr sz="1450" b="1">
                <a:solidFill>
                  <a:srgbClr val="FFB454"/>
                </a:solidFill>
                <a:latin typeface="Arial"/>
              </a:rPr>
              <a:t>光顯供應鏈轉型進展</a:t>
            </a:r>
            <a:r>
              <a:rPr sz="1450">
                <a:solidFill>
                  <a:srgbClr val="F5F3EC"/>
                </a:solidFill>
                <a:latin typeface="Arial"/>
              </a:rPr>
              <a:t>：持續留意投影業者與供應鏈在車載 HUD、車載顯示與 AI 應用領域的技術轉型與訂單落地情形 (投影時代)。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3200400"/>
            <a:ext cx="5486400" cy="5486400"/>
          </a:xfrm>
          <a:prstGeom prst="ellipse">
            <a:avLst/>
          </a:prstGeom>
          <a:solidFill>
            <a:srgbClr val="4C7E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3EC"/>
                </a:solidFill>
                <a:latin typeface="Arial"/>
              </a:rPr>
              <a:t>投影機情報站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118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096A1"/>
                </a:solidFill>
                <a:latin typeface="Arial"/>
              </a:rPr>
              <a:t>由本站爬蟲每日追蹤產業動態，AI 自動摘要與分類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