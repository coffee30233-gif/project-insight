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-2194560"/>
            <a:ext cx="6400800" cy="6400800"/>
          </a:xfrm>
          <a:prstGeom prst="ellipse">
            <a:avLst/>
          </a:prstGeom>
          <a:solidFill>
            <a:srgbClr val="4C7E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FFB454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B454"/>
                </a:solidFill>
                <a:latin typeface="Arial"/>
              </a:rPr>
              <a:t>投影機情報站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241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5F3EC"/>
                </a:solidFill>
                <a:latin typeface="Arial"/>
              </a:rPr>
              <a:t>2026-08-17 ～ 2026-08-23 投影機產業週報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096A1"/>
                </a:solidFill>
                <a:latin typeface="Arial"/>
              </a:rPr>
              <a:t>投影機產業報告 · 自動產生簡報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02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本週重點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本週投影機市場動態相當豐富！品牌端有當貝推出主打靈動雲台與行動供電的便攜雷射新品 RX10，明基則發表高亮度雷射商用機 LH660。同時，中國經銷商通路針對愛普生、奧圖碼、松下與明基等多款家用及工程機種展開一波特價促銷。在供應鏈與前瞻技術方面，光學互連技術成為 AI 趨勢下的新焦點，中國唯捷光電大手筆投資 7.41 億美元投入磷化銦雷射晶片，Lightmatter 也提出了全光學互連藍圖。消費端討論則聚焦於便攜機型的普及化、DLP 彩虹效應（RBE）以及防塵維護等議題。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03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市場與品牌動態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新品發布動向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130552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02536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當貝</a:t>
            </a:r>
            <a:r>
              <a:rPr sz="1450">
                <a:solidFill>
                  <a:srgbClr val="F5F3EC"/>
                </a:solidFill>
                <a:latin typeface="Arial"/>
              </a:rPr>
              <a:t> 於京東推出 RX10 雲台雷射投影儀，售價 5,499 元人民幣。搭載 0.33 吋 DMD 晶片、1080P 解析度與 1200 CVIA 流明，具備 225° 俯仰調節雲台、MT9669 晶片，並支援行動電源供電與 HDMI 2.1 介面 (IT之家)。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00837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明基（BenQ）</a:t>
            </a:r>
            <a:r>
              <a:rPr sz="1450">
                <a:solidFill>
                  <a:srgbClr val="F5F3EC"/>
                </a:solidFill>
                <a:latin typeface="Arial"/>
              </a:rPr>
              <a:t> 發表全新雷射商用投影機 LH660，首售價 9,499 元人民幣。專為大型會議室設計，提供 4600 流明高亮度、1080P 解析度與 0.65 吋 DMD 晶片，並配備 IP6X 防塵光機與 1.3 倍變焦鏡頭 (IT之家)。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886199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58183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海信（Hisense）</a:t>
            </a:r>
            <a:r>
              <a:rPr sz="1450">
                <a:solidFill>
                  <a:srgbClr val="F5F3EC"/>
                </a:solidFill>
                <a:latin typeface="Arial"/>
              </a:rPr>
              <a:t> 即將推出最新一代 PX4 Pro 雷射電視，挪威市場消費者正評估其與促銷中的前代 PX3 Pro 之間的價格與規格升級幅度 (Reddit r/projectors)。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764023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36007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通路與促銷動脈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04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市場與品牌動態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家用與展演機種促銷</a:t>
            </a:r>
            <a:r>
              <a:rPr sz="1450">
                <a:solidFill>
                  <a:srgbClr val="F5F3EC"/>
                </a:solidFill>
                <a:latin typeface="Arial"/>
              </a:rPr>
              <a:t>：奧圖碼 UHZ616 4K 雷射家用投影機推出 9,699 元人民幣特價；愛普生家庭劇院機型 CH-TW7000 與 CH-TW7400 在北京經銷商分別打出 8,499 元與 15,000 元人民幣促銷價；光峰 AL-DK750S 4K 雷射工程機配合七夕開展推廣；易仁科技亦針對 YR-PPV60AW（4K 雷射超短焦）及 YR-CL7816（3LCD 雷射高亮）展開暑期特惠 (ZOL投影機頻道)。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3081528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53512"/>
            <a:ext cx="1069848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商務與工程機種特價</a:t>
            </a:r>
            <a:r>
              <a:rPr sz="1450">
                <a:solidFill>
                  <a:srgbClr val="F5F3EC"/>
                </a:solidFill>
                <a:latin typeface="Arial"/>
              </a:rPr>
              <a:t>：北京經銷商通路針對松下 PT-BMZ51SC（售價 39,760 元人民幣）與短焦機 PT-X3282STC、明基 E545（4,199 元人民幣）與 E585（6,099 元人民幣）、愛普生 CB-2265U（10,500 元人民幣）、索諾克 SNP-AC55LU（8,000 元人民幣）與 SNP-AC40LU（12,530 元人民幣）、宏碁 AX620（3,000 元人民幣）進行促銷；日立 TCP-D1070U 雙燈工程機則進行清庫存特價 (ZOL投影機頻道)。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05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技術與供應鏈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AI 光互連與雷射晶片佈局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130552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02536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唯捷光電</a:t>
            </a:r>
            <a:r>
              <a:rPr sz="1450">
                <a:solidFill>
                  <a:srgbClr val="F5F3EC"/>
                </a:solidFill>
                <a:latin typeface="Arial"/>
              </a:rPr>
              <a:t> 投資約 7.41 億美元於常州建立研發製造基地，將業務由 VCSEL 拓展至高階磷化銦（InP）雷射晶片，主要應用於 AI 光互連通訊 (DigiTimes)。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770631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42615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Lightmatter</a:t>
            </a:r>
            <a:r>
              <a:rPr sz="1450">
                <a:solidFill>
                  <a:srgbClr val="F5F3EC"/>
                </a:solidFill>
                <a:latin typeface="Arial"/>
              </a:rPr>
              <a:t> 針對 SerDes 傳輸速度逼近 448G 導致的傳統銅纜瓶頸，提出全光學互連架構藍圖，加速推進資料中心轉向光通訊 (DigiTimes)。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410712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82696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顯示技術與消費體驗討論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813048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685032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彩虹效應與技術選擇</a:t>
            </a:r>
            <a:r>
              <a:rPr sz="1450">
                <a:solidFill>
                  <a:srgbClr val="F5F3EC"/>
                </a:solidFill>
                <a:latin typeface="Arial"/>
              </a:rPr>
              <a:t>：部分消費者因無法適應 DLP 投影機的彩虹效應（RBE）而選擇退貨，並轉向尋求畫質相近但無彩虹效應的 LCD 技術或其他替代方案 (Reddit r/projectors)。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690872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562856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光學防塵與維護痛點</a:t>
            </a:r>
            <a:r>
              <a:rPr sz="1450">
                <a:solidFill>
                  <a:srgbClr val="F5F3EC"/>
                </a:solidFill>
                <a:latin typeface="Arial"/>
              </a:rPr>
              <a:t>：極米（XGIMI）與小米 L1 Pro 等機種在社群上引發關於畫面微小黑點/斑點的討論，反映出光學引擎進塵（Dust Blobs）與 DMD 晶片維護仍是消費級產品常見的硬體痛點 (Reddit r/projectors)。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55686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440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使用情境轉變</a:t>
            </a:r>
            <a:r>
              <a:rPr sz="1450">
                <a:solidFill>
                  <a:srgbClr val="F5F3EC"/>
                </a:solidFill>
                <a:latin typeface="Arial"/>
              </a:rPr>
              <a:t>：隨著快速校正與可攜性提升，投影機正從過往繁瑣的「正式觀影設備」逐漸轉型為融入日常生活的「隨性娛樂工具」(Reddit r/projectors)。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06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下週關注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1. 觀察當貝 RX10（便攜雲台）與明基 LH660（高亮商務）上市後的市場接受度與消費者實機測評 (IT之家)。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682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2. 關注 AI 算力需求帶動下，唯捷光電等光學元件廠在高階雷射晶片供應鏈的後續發展 (DigiTimes)。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00837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3. 留意消費級投影機品牌是否針對進塵防護與 DLP 彩虹效應提出更完善的技術解決方案 (Reddit r/projectors)。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3200400"/>
            <a:ext cx="5486400" cy="5486400"/>
          </a:xfrm>
          <a:prstGeom prst="ellipse">
            <a:avLst/>
          </a:prstGeom>
          <a:solidFill>
            <a:srgbClr val="4C7E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3EC"/>
                </a:solidFill>
                <a:latin typeface="Arial"/>
              </a:rPr>
              <a:t>投影機情報站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096A1"/>
                </a:solidFill>
                <a:latin typeface="Arial"/>
              </a:rPr>
              <a:t>由本站爬蟲每日追蹤產業動態，AI 自動摘要與分類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