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03920" y="-2194560"/>
            <a:ext cx="6400800" cy="6400800"/>
          </a:xfrm>
          <a:prstGeom prst="ellipse">
            <a:avLst/>
          </a:prstGeom>
          <a:solidFill>
            <a:srgbClr val="4C7E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377440" y="4206240"/>
            <a:ext cx="5486400" cy="5486400"/>
          </a:xfrm>
          <a:prstGeom prst="ellipse">
            <a:avLst/>
          </a:prstGeom>
          <a:solidFill>
            <a:srgbClr val="FFB454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B454"/>
                </a:solidFill>
                <a:latin typeface="Arial"/>
              </a:rPr>
              <a:t>投影機情報站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2412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5F3EC"/>
                </a:solidFill>
                <a:latin typeface="Arial"/>
              </a:rPr>
              <a:t>2026-08-03 ～ 2026-08-09 投影機產業週報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096A1"/>
                </a:solidFill>
                <a:latin typeface="Arial"/>
              </a:rPr>
              <a:t>投影機產業報告 · 自動產生簡報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02 ·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本週重點（3-5 句話）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282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本週家用與商用投影機市場消息相當熱絡。家用領域方面，極米推出 Titan Noir Max 與便攜式 Elfin Flip 4K，當貝則發表搭載純三色雷射與鏡頭移軸技術的旗艦 X7 Max，並將三色雷射技術下放至兩千元人民幣級別的 D7X（Reddit r/projectors、ZNDS投影頻道）。商用與工程市場則在北京通路迎來密集促銷，包含索尼、愛普生、光峰與松下等多款高亮度機種（ZOL投影機頻道）。此外，Redmi 發布了售價 999 元人民幣的雲台投影機 5，Screen Innovations 則推出了 24 呎戶外雙面投影幕（ZOL投影機頻道、ProjectorCentral）。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03 ·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市場與品牌動態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282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家用與便攜新品發布</a:t>
            </a:r>
            <a:r>
              <a:rPr sz="1450">
                <a:solidFill>
                  <a:srgbClr val="F5F3EC"/>
                </a:solidFill>
                <a:latin typeface="Arial"/>
              </a:rPr>
              <a:t>：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2130552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02536"/>
            <a:ext cx="106984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極米（XGIMI）推出旗艦家庭劇院機型 Titan Noir Max，以及可平折的便攜式 Elfin Flip 4K（具備 1,000 ISO 流明、三色雷射與 1.3 倍光學變焦）（Reddit r/projectors）。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300837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106984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當貝（Dangbei）發表 4K 旗艦機型 X7 Max（搭載原生 4K、純三色雷射與雙組 Qualas 32 激光器）、X7 Ultra，以及低於 1 公斤的輕量化 Smart2（ZNDS投影頻道）。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3886199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758183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Redmi 推出一體式金屬雲台投影機 5，支援 360 度旋轉，具備 400 CVIA 流明，預售價為 999 元人民幣（建議售價 1,299 元人民幣）（ZOL投影機頻道）。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4526280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398264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Screen Innovations 發表 KAOS 360 戶外雙面投影幕，寬達 24 英尺並提供 160 度廣視角（ProjectorCentral）。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5166360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038344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商務/工程通路促銷</a:t>
            </a:r>
            <a:r>
              <a:rPr sz="1450">
                <a:solidFill>
                  <a:srgbClr val="F5F3EC"/>
                </a:solidFill>
                <a:latin typeface="Arial"/>
              </a:rPr>
              <a:t>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04 ·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市場與品牌動態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282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984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北京通路開展多款高亮度與商用機型特價，包括索尼 VPL-P630HZ（7000 流明，促銷價 26,399 元）、VPL-P530HZ（19,899 元）、VPL-C500XZ（9,899 元）與 VPL-EW575（7,599 元）（ZOL投影機頻道）。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2606040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78024"/>
            <a:ext cx="106984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愛普生 CB-L530U（14,000 元）、CH-TW7400（15,000 元）；ROLY RL-A6U（32,200 元）；松下 PT-XZ401C（10,500 元）及明基 EH6834（6,800 元）亦同步展開特惠（ZOL投影機頻道）。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3483864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35584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光峰科技針對 AL-MU630（6200 流明 4K）、AL-MU530（5200 流明 4K）及 AL-MK625 等雷射工程投影機進行經銷通路促銷（ZOL投影機頻道）。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4123944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995928"/>
            <a:ext cx="10698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市場選購與評選</a:t>
            </a:r>
            <a:r>
              <a:rPr sz="1450">
                <a:solidFill>
                  <a:srgbClr val="F5F3EC"/>
                </a:solidFill>
                <a:latin typeface="Arial"/>
              </a:rPr>
              <a:t>：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4526280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398264"/>
            <a:ext cx="106984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ProjectorCentral 發布 2026 年八月熱銷盤點，涵蓋 1,000 美元以下平價家庭劇院、5,000 美元以上/以下高階劇院、超短焦雷射、遊戲、大型場館及口袋微型投影機等推薦清單（ProjectorCentral）。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05 ·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技術與供應鏈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282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三色雷射技術下沉</a:t>
            </a:r>
            <a:r>
              <a:rPr sz="1450">
                <a:solidFill>
                  <a:srgbClr val="F5F3EC"/>
                </a:solidFill>
                <a:latin typeface="Arial"/>
              </a:rPr>
              <a:t>：當貝在兩千元人民幣價位的 D7X 導入三色雷射光源技術，打破傳統入門家用機型僅採用 LED 光源的限制（ZNDS投影頻道）。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236829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生態與跨界合作</a:t>
            </a:r>
            <a:r>
              <a:rPr sz="1450">
                <a:solidFill>
                  <a:srgbClr val="F5F3EC"/>
                </a:solidFill>
                <a:latin typeface="Arial"/>
              </a:rPr>
              <a:t>：當貝宣佈與中國移動達成深度戰略合作，結合 5G 超高清與 IoT 技術發展智慧家庭；同時攜手騰訊先鋒雲遊戲，共同探索大屏遊戲應用（ZNDS投影頻道）。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300837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1069848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FFB454"/>
                </a:solidFill>
                <a:latin typeface="Arial"/>
              </a:rPr>
              <a:t>安裝與維護配套</a:t>
            </a:r>
            <a:r>
              <a:rPr sz="1450">
                <a:solidFill>
                  <a:srgbClr val="F5F3EC"/>
                </a:solidFill>
                <a:latin typeface="Arial"/>
              </a:rPr>
              <a:t>：堅果推出 X 型雲台吊頂支架（優惠價 254 元起）；思影推出 Z06 移動推車支架（424 元）與自由伸縮工程吊架（119 元）（ZOL投影機頻道）。ProjectorCentral 亦提供鏡頭選配工具、燈泡與維護中心推薦指南（ProjectorCentral）。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B454"/>
                </a:solidFill>
                <a:latin typeface="Arial"/>
              </a:rPr>
              <a:t>06 ·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F3EC"/>
                </a:solidFill>
                <a:latin typeface="Arial"/>
              </a:rPr>
              <a:t>下週關注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72821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極米 Elfin Flip 4K 與堅果 N1S 4K 等便攜式 4K 機種上市後的市場測評與用戶反響（Reddit r/projectors）。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236829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當貝 X7 Max 與 D7X 推出後，三色雷射技術在不同價位帶家用市場的普及與競爭態勢（ZNDS投影頻道）。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3008376"/>
            <a:ext cx="100584" cy="100584"/>
          </a:xfrm>
          <a:prstGeom prst="ellipse">
            <a:avLst/>
          </a:prstGeom>
          <a:solidFill>
            <a:srgbClr val="4C7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50">
                <a:solidFill>
                  <a:srgbClr val="F5F3EC"/>
                </a:solidFill>
                <a:latin typeface="Arial"/>
              </a:rPr>
              <a:t>索尼、光峰與愛普生等品牌在北京經銷通路的降價促銷，是否帶動第三季商務與工程投影的採購熱潮（ZOL投影機頻道）。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3200400"/>
            <a:ext cx="5486400" cy="5486400"/>
          </a:xfrm>
          <a:prstGeom prst="ellipse">
            <a:avLst/>
          </a:prstGeom>
          <a:solidFill>
            <a:srgbClr val="4C7E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9144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3EC"/>
                </a:solidFill>
                <a:latin typeface="Arial"/>
              </a:rPr>
              <a:t>投影機情報站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118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096A1"/>
                </a:solidFill>
                <a:latin typeface="Arial"/>
              </a:rPr>
              <a:t>由本站爬蟲每日追蹤產業動態，AI 自動摘要與分類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096A1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