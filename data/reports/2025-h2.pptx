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5F3EC"/>
                </a:solidFill>
                <a:latin typeface="Arial"/>
              </a:rPr>
              <a:t>全球出貨量：上半年 vs 下半年推算（萬台）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數值1</c:v>
                </c:pt>
              </c:strCache>
            </c:strRef>
          </c:tx>
          <c:spPr>
            <a:solidFill>
              <a:srgbClr val="4C7EFF"/>
            </a:solidFill>
          </c:spPr>
          <c:cat>
            <c:strRef>
              <c:f>Sheet1!$A$2:$A$3</c:f>
              <c:strCache>
                <c:ptCount val="2"/>
                <c:pt idx="0">
                  <c:v>上半年</c:v>
                </c:pt>
                <c:pt idx="1">
                  <c:v>下半年(推算)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900.3</c:v>
                </c:pt>
                <c:pt idx="1">
                  <c:v>1020.3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3E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100">
                <a:solidFill>
                  <a:srgbClr val="9096A1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2E3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000">
                <a:solidFill>
                  <a:srgbClr val="9096A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2025 年下半年 投影機產業回顧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一、半年摘要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2025 年下半年，投影機產業延續上半年的降溫走勢，但結構性分化更加明顯。全年最終數據顯示，全球出貨量約 1,920.6 萬台，年減 4.8%（上半年為年減 4.2%，顯示下半年降幅略有擴大）；中國智能投影（不含雷射電視）全年零售量約 520.3 萬台，年減 13.9%，銷售額年減 16.5%。第三季中國智能投影線上銷售額年減 11.5%，DLP 線上份額逆勢升至 27.3%，1LCD 份額則降至 71.7%。技術面，德州儀器 0.39 吋 4K DMD 晶片於 10 月正式商用，成為下半年最重要的供應鏈事件；品牌端則出現排名震盪，大眼橙憑藉平價新品在 11 月躍居單月銷量冠軍，顯示低價位帶的競爭在年末明顯升溫。9 月 IFA 2025 展會上，XGIMI、Anker 等品牌集中發表高階新機，也讓下半年的產品話題度不亞於年初的 CES。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3EC"/>
                </a:solidFill>
                <a:latin typeface="Arial"/>
              </a:rPr>
              <a:t>二、市場數據回顧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二、市場數據回顧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全年最終出貨（可反推下半年趨勢）</a:t>
            </a:r>
            <a:r>
              <a:rPr sz="1450">
                <a:solidFill>
                  <a:srgbClr val="F5F3EC"/>
                </a:solidFill>
                <a:latin typeface="Arial"/>
              </a:rPr>
              <a:t>：全球全年 1,920.6 萬台，年減 4.8%；上半年為 900.3 萬台，年減 4.2%，顯示下半年同比降幅略有擴大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中國智能投影全年零售</a:t>
            </a:r>
            <a:r>
              <a:rPr sz="1450">
                <a:solidFill>
                  <a:srgbClr val="F5F3EC"/>
                </a:solidFill>
                <a:latin typeface="Arial"/>
              </a:rPr>
              <a:t>：520.3 萬台，年減 13.9%；銷售額 83.6 億人民幣，年減 16.5%，是繼 2023 年後第二次年度負成長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第三季（Q3）線上市場</a:t>
            </a:r>
            <a:r>
              <a:rPr sz="1450">
                <a:solidFill>
                  <a:srgbClr val="F5F3EC"/>
                </a:solidFill>
                <a:latin typeface="Arial"/>
              </a:rPr>
              <a:t>：銷售額年減 11.5%；DLP 技術線上份額升至 27.3%（+5.0pp），但均價下降近 300 元至 3,445 元；1LCD 線上份額降至 71.7%（-5pp）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8620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58184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11 月單月數據</a:t>
            </a:r>
            <a:r>
              <a:rPr sz="1450">
                <a:solidFill>
                  <a:srgbClr val="F5F3EC"/>
                </a:solidFill>
                <a:latin typeface="Arial"/>
              </a:rPr>
              <a:t>：品牌排名出現明顯洗牌，大眼橙（旗下 C3 Air 為當月最暢銷機型）躍居當月銷量榜首，其後依序為小米、康佳、哈趣，TOP4 品牌合計銷量份額達 47.0%，年增 5.9pp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76402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360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雷射投影全年</a:t>
            </a:r>
            <a:r>
              <a:rPr sz="1450">
                <a:solidFill>
                  <a:srgbClr val="F5F3EC"/>
                </a:solidFill>
                <a:latin typeface="Arial"/>
              </a:rPr>
              <a:t>：全球 230.8 萬台，年增 3.7%，逆勢成長；中國雷射投影出貨占全球比重達 42.3%，但中國本身年減 10.2%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40410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76088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超高端市場</a:t>
            </a:r>
            <a:r>
              <a:rPr sz="1450">
                <a:solidFill>
                  <a:srgbClr val="F5F3EC"/>
                </a:solidFill>
                <a:latin typeface="Arial"/>
              </a:rPr>
              <a:t>：中國萬元以上超高端投影銷量 2025 年翻倍成長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二、市場數據回顧（續）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電競投影升溫</a:t>
            </a:r>
            <a:r>
              <a:rPr sz="1450">
                <a:solidFill>
                  <a:srgbClr val="F5F3EC"/>
                </a:solidFill>
                <a:latin typeface="Arial"/>
              </a:rPr>
              <a:t>：第四季受惠於 472TP DMD 晶片（0.47 吋原生 4K）與聯發科 MT9681 處理器組合，高刷新率、低延遲的遊戲投影產品熱度攀升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三、技術演進觀察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DMD 晶片商用化是下半年最大技術事件</a:t>
            </a:r>
            <a:r>
              <a:rPr sz="1450">
                <a:solidFill>
                  <a:srgbClr val="F5F3EC"/>
                </a:solidFill>
                <a:latin typeface="Arial"/>
              </a:rPr>
              <a:t>：德州儀器 0.39 吋 4K DMD 晶片（4.5 微米微鏡）10 月正式商用，率先應用於極米 Z9X 4K、當貝 D7X Pro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DLP 陣營市占逆勢回升</a:t>
            </a:r>
            <a:r>
              <a:rPr sz="1450">
                <a:solidFill>
                  <a:srgbClr val="F5F3EC"/>
                </a:solidFill>
                <a:latin typeface="Arial"/>
              </a:rPr>
              <a:t>：Q3 線上份額升至 27.3%，反映晶片突破帶動的產品力提升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77063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42616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電競規格成為第四季賣點</a:t>
            </a:r>
            <a:r>
              <a:rPr sz="1450">
                <a:solidFill>
                  <a:srgbClr val="F5F3EC"/>
                </a:solidFill>
                <a:latin typeface="Arial"/>
              </a:rPr>
              <a:t>：472TP DMD 晶片＋MT9681 處理器組合支援高刷新率與低延遲，帶動遊戲投影產品熱度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1071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IFA 2025（9 月）技術亮點</a:t>
            </a:r>
            <a:r>
              <a:rPr sz="1450">
                <a:solidFill>
                  <a:srgbClr val="F5F3EC"/>
                </a:solidFill>
                <a:latin typeface="Arial"/>
              </a:rPr>
              <a:t>：XGIMI Horizon 20 系列主打三色雷射 RGB、Dolby Vision、240Hz 更新率、1ms 級低延遲；同系列首度將光學變焦帶入家用機種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8853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2LCD、九天畫芯 FSHD 等新興路線持續探索</a:t>
            </a:r>
            <a:r>
              <a:rPr sz="1450">
                <a:solidFill>
                  <a:srgbClr val="F5F3EC"/>
                </a:solidFill>
                <a:latin typeface="Arial"/>
              </a:rPr>
              <a:t>（詳見下段品牌盤點與年報彙整）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07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四、新品與品牌盤點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XGIMI 極米</a:t>
            </a:r>
            <a:r>
              <a:rPr sz="1450">
                <a:solidFill>
                  <a:srgbClr val="F5F3EC"/>
                </a:solidFill>
                <a:latin typeface="Arial"/>
              </a:rPr>
              <a:t>：IFA 2025（9 月）發表 Horizon 20 系列（Horizon 20／20 Pro／20 Max，最高 5,700 ISO 流明、Dolby Vision、240Hz、原生 Netflix），以及首款商用機種 TITAN（4K、5,000 流明，主打會議室與活動場域），是極米首度跨入商用投影市場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84378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Anker Nebula</a:t>
            </a:r>
            <a:r>
              <a:rPr sz="1450">
                <a:solidFill>
                  <a:srgbClr val="F5F3EC"/>
                </a:solidFill>
                <a:latin typeface="Arial"/>
              </a:rPr>
              <a:t>：9 月 IFA 發表 Nebula X1 Pro（整合 7.1.4 Dolby Atmos 可拆式喇叭系統，3,500 ISO 流明），9 月底 Kickstarter 預購、10 月正式發售，定價 4,999.99 美元；10 月另推平價可拆式喇叭機種 Nebula P1（799 美元）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959351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31335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Aurzen</a:t>
            </a:r>
            <a:r>
              <a:rPr sz="1450">
                <a:solidFill>
                  <a:srgbClr val="F5F3EC"/>
                </a:solidFill>
                <a:latin typeface="Arial"/>
              </a:rPr>
              <a:t>：IFA 2025 展出 ZIP 模組化口袋投影機生態系與 EAZZE 系列，其中 D1R Cube 是全球首款搭載 Roku OS 的投影機，9 月中旬於 Amazon 開賣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837175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09159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Hisense 海信</a:t>
            </a:r>
            <a:r>
              <a:rPr sz="1450">
                <a:solidFill>
                  <a:srgbClr val="F5F3EC"/>
                </a:solidFill>
                <a:latin typeface="Arial"/>
              </a:rPr>
              <a:t>：12 月發表新一代旗艦雷射電視 XR10（LPU 3.0 數位雷射引擎、純 RGB 三色雷射、6,000 ANSI 流明、16 片全玻璃鏡頭、液冷散熱）及 PX4-PRO 超短焦，為 CES 2026 預先造勢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5714999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86983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中國市場品牌排名劇烈變動</a:t>
            </a:r>
            <a:r>
              <a:rPr sz="1450">
                <a:solidFill>
                  <a:srgbClr val="F5F3EC"/>
                </a:solidFill>
                <a:latin typeface="Arial"/>
              </a:rPr>
              <a:t>：11 月大眼橙（C3 Air／C3 Ultra 帶動）躍居單月冠軍，顯示平價價格帶的競爭在年末白熱化；全年排名則仍是小米居冠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08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四、新品與品牌盤點（續）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DLP 陣營集中度持續提升</a:t>
            </a:r>
            <a:r>
              <a:rPr sz="1450">
                <a:solidFill>
                  <a:srgbClr val="F5F3EC"/>
                </a:solidFill>
                <a:latin typeface="Arial"/>
              </a:rPr>
              <a:t>：極米、堅果、當貝、Vidda 四大品牌合計份額較 2024 年進一步提升，供應鏈垂直整合能力是核心護城河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09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五、供應鏈觀察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DMD 晶片商用化緩解 DLP 供應瓶頸</a:t>
            </a:r>
            <a:r>
              <a:rPr sz="1450">
                <a:solidFill>
                  <a:srgbClr val="F5F3EC"/>
                </a:solidFill>
                <a:latin typeface="Arial"/>
              </a:rPr>
              <a:t>：但也讓率先取得新晶片供應的頭部品牌（極米、當貝）與中小品牌的技術落差進一步拉大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記憶體漲價壓力延續、並開始顯現終端影響</a:t>
            </a:r>
            <a:r>
              <a:rPr sz="1450">
                <a:solidFill>
                  <a:srgbClr val="F5F3EC"/>
                </a:solidFill>
                <a:latin typeface="Arial"/>
              </a:rPr>
              <a:t>：DDR4 現貨價持續飆升、反超 DDR5，鏡頭、顯示晶片、記憶體占投影機成本比重高，加上電源被動元件採購成本同比上漲約 28%，市場已在討論 2026 年新品「減配」或「漲價」的因應策略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24612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政策面</a:t>
            </a:r>
            <a:r>
              <a:rPr sz="1450">
                <a:solidFill>
                  <a:srgbClr val="F5F3EC"/>
                </a:solidFill>
                <a:latin typeface="Arial"/>
              </a:rPr>
              <a:t>：「以舊換新」補貼延續全年執行，但邊際刺激效果持續遞減，是全年銷量兩位數下滑的背景因素之一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10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六、關鍵轉折點（Timeline）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9 月</a:t>
            </a:r>
            <a:r>
              <a:rPr sz="1450">
                <a:solidFill>
                  <a:srgbClr val="F5F3EC"/>
                </a:solidFill>
                <a:latin typeface="Arial"/>
              </a:rPr>
              <a:t>：IFA 2025 登場，XGIMI（Horizon 20 系列、TITAN 商用機）、Anker（Nebula X1 Pro）、Aurzen（ZIP／EAZZE 系列）集中發表新品，是下半年最重要的展會節點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10 月</a:t>
            </a:r>
            <a:r>
              <a:rPr sz="1450">
                <a:solidFill>
                  <a:srgbClr val="F5F3EC"/>
                </a:solidFill>
                <a:latin typeface="Arial"/>
              </a:rPr>
              <a:t>：德州儀器 0.39 吋 4K DMD 晶片正式商用，極米 Z9X 4K、當貝 D7X Pro 率先開售；Anker Nebula X1 Pro、平價機種 Nebula P1 同月上市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48386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11 月</a:t>
            </a:r>
            <a:r>
              <a:rPr sz="1450">
                <a:solidFill>
                  <a:srgbClr val="F5F3EC"/>
                </a:solidFill>
                <a:latin typeface="Arial"/>
              </a:rPr>
              <a:t>：中國市場品牌排名劇烈洗牌，大眼橙躍居單月銷量冠軍，TOP4 品牌集中度年增 5.9pp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12394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95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12 月</a:t>
            </a:r>
            <a:r>
              <a:rPr sz="1450">
                <a:solidFill>
                  <a:srgbClr val="F5F3EC"/>
                </a:solidFill>
                <a:latin typeface="Arial"/>
              </a:rPr>
              <a:t>：海信搶先發表新一代旗艦雷射電視 XR10 與 PX4-PRO 超短焦，為 CES 2026 造勢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76402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36008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2026 年 1 月（資料發布時間點）</a:t>
            </a:r>
            <a:r>
              <a:rPr sz="1450">
                <a:solidFill>
                  <a:srgbClr val="F5F3EC"/>
                </a:solidFill>
                <a:latin typeface="Arial"/>
              </a:rPr>
              <a:t>：洛圖科技（RUNTO）發布年度回顧，確認 2025 年中國智能投影市場全年零售量 520.3 萬台、年減 13.9%，為繼 2023 年後第二次年度負成長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11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七、明年關注重點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記憶體與被動元件漲價是否傳導到 2026 年新機終端定價，「減配」與「漲價」哪個會是主流因應策略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德州儀器 0.39 吋 4K DMD 晶片能否從極米、當貝等首發品牌，擴散到海信、堅果等 2026 年初才跟進的品牌，帶動整體 DLP 陣營產品力提升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11 月出現的品牌排名洗牌（大眼橙躍居冠軍）是曇花一現還是會延續到 2026 年，低價位帶競爭是否會進一步白熱化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4845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IFA 2025 展現的電競、商用（XGIMI TITAN）等新場景延伸，2026 年能否從展示機種擴散為實際銷量貢獻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8853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「以舊換新」補貼政策若在 2026 年收斂，對已經連兩年負成長的市場可能形成的壓力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12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附錄：資料來源與查核狀態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本篇半年回顧由 AI 助手於 2026 年 7 月透過公開網路資料整理草稿，並非彙整自站內逐月月報（資料庫中目前沒有 2025 年各月的爬蟲紀錄）。內文數據後方的 `[數字]` 對應下方參考清單，</a:t>
            </a:r>
            <a:r>
              <a:rPr sz="1450" b="1">
                <a:solidFill>
                  <a:srgbClr val="FFB454"/>
                </a:solidFill>
                <a:latin typeface="Arial"/>
              </a:rPr>
              <a:t>尚未經人工逐條複核</a:t>
            </a:r>
            <a:r>
              <a:rPr sz="1450">
                <a:solidFill>
                  <a:srgbClr val="F5F3EC"/>
                </a:solidFill>
                <a:latin typeface="Arial"/>
              </a:rPr>
              <a:t>。另外提醒：部分下半年單月/單季細項數據（如 Q3、11 月）與全年總數之間的口徑不完全一致（涵蓋通路、品類範圍略有差異），本篇已盡量標明各數字的統計口徑與時間範圍，但仍建議正式發布前抽查換算是否合理。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308152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53512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### 參考資料清單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48386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1. [洛图科技：激光投影逆势增长，预测2027年全球市场规模突破300万台（OFweek激光网）](https://laser.ofweek.com/2026-07/ART-240002-8420-30693158.html)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36168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33672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2. [2025年中国智能投影市场销量下跌14%；2026年关注能效新国标（OFweek显示网）](https://display.ofweek.com/2026-01/ART-230001-8120-30680044.html)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523951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11496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3. [2025年中国万元以上超高端投影市场销量翻倍增长（ZNDS资讯）](https://n.znds.com/article/news/69217.html)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13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附錄：資料來源與查核狀態（續）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4. [2025Q3中国智能投影销量下滑11.5%；热点聚焦能效新国标和万元市场（知乎）](https://zhuanlan.zhihu.com/p/1965884523226063500)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5. [2025年11月中国客厅智能设备线上零售市场数据总结报告（流媒体网）](https://lmtw.com/mzw/content/detail/id/249951/keyword_id/-1)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48386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6. [XGIMI at IFA 2025 Recap: Bright 4K UHD Laser Projector HORIZON 20 and TITAN](https://us.xgimi.com/blogs/news/xgimi-at-ifa-2025-recap-4k-uhd-laser-projector)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59943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71416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7. [What to Expect at IFA 2025: XGIMI TITAN Commercial Projector](https://us.xgimi.com/blogs/news/expect-xgimi-titan-commercial-projector-ifa-2025)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附錄：資料來源與查核狀態（續）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8. [The 7 Must-See Projectors Unveiled at IFA 2025（Observer Voice）](https://observervoice.com/the-7-must-see-projectors-unveiled-at-ifa-2025-143114/)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84378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9. [Game Changer for Movie Nights: Anker's New Nebula P1 Projector](https://www.gsmgotech.com/2025/10/game-changer-for-movie-nights-ankers.html)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959351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31335"/>
            <a:ext cx="106984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10. [Aurzen Redefines Portable Entertainment with New Projector Lineup for Every Lifestyle at IFA 2025（PRNewswire）](https://www.prnewswire.com/news-releases/aurzen-redefines-portable-entertainment-with-new-projector-lineup-for-every-lifestyle-at-ifa-2025-302540914.html)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附錄：資料來源與查核狀態（續）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11. [Hisense Unveils Next-Gen Laser Home Cinema Power at CES 2026](https://www.hisense-usa.com/post/hisense-unveils-next-gen-laser-home-cinema-power-at-ces-2026-extending-multi-color-display-leadersh)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308152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5351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12. [存储芯片涨价引发连锁反应 投影仪2026年将迎涨价潮（快科技）](https://news.mydrivers.com/1/1087/1087717.htm)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