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03920" y="-2194560"/>
            <a:ext cx="6400800" cy="6400800"/>
          </a:xfrm>
          <a:prstGeom prst="ellipse">
            <a:avLst/>
          </a:prstGeom>
          <a:solidFill>
            <a:srgbClr val="4C7E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377440" y="4206240"/>
            <a:ext cx="5486400" cy="5486400"/>
          </a:xfrm>
          <a:prstGeom prst="ellipse">
            <a:avLst/>
          </a:prstGeom>
          <a:solidFill>
            <a:srgbClr val="FFB454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6596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B454"/>
                </a:solidFill>
                <a:latin typeface="Arial"/>
              </a:rPr>
              <a:t>投影機情報站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241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5F3EC"/>
                </a:solidFill>
                <a:latin typeface="Arial"/>
              </a:rPr>
              <a:t>2026-09-14 ～ 2026-09-20 投影機產業週報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6052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096A1"/>
                </a:solidFill>
                <a:latin typeface="Arial"/>
              </a:rPr>
              <a:t>投影機產業報告 · 自動產生簡報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02 · SECTION　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本週重點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這週投影機產業聚焦於高階應用與B端市場的跨界拓展。供應鏈方面，矽光子技術瓶頸正向上游雷射級基板轉移。品牌動態上，極米科技以高穩定性設備成功搶攻文化展演B端市場，達成196天零故障；同時，多款高階與智慧投影機新品陸續亮相，滿足不同場景的顯示需求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03 · SECTION　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市場與品牌動態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極米科技的70台投影設備在成都雙年展196天展期中達成零故障運行，獲成都市美術館感謝函，成功將消費級投影品牌推向文化藝術B端市場（投影時代）。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236829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402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当贝推出全新 X9 Max 投影仪，主打 4800 CVIA 亮度、80000:1 動態對比度，搭載 QuaLas42 激光器與 MT9681 晶片，並支援米家生態（IT之家）。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300837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880360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soundcore Nebula 發表 X1S 智慧投影機，具備 4K 解析度、6000 流明 RGB 雷射光源及 Google TV 系統，售價 2499 美元起（ProjectorReviews）。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3886200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758184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堅果發布業界首款 360 度全景智能投影儀 MIGO，具備 750 CVIA 亮度與 DLP 顯示技術，國補到手價 1599.3 元（IT之家）。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4526280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398264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騰訊上架新款極光投影儀 F5，主打 1080P 解析度與 345CVIA 流明，售價 822 元人民幣起（IT之家）。</a:t>
            </a:r>
          </a:p>
        </p:txBody>
      </p:sp>
      <p:sp>
        <p:nvSpPr>
          <p:cNvPr id="14" name="Oval 13"/>
          <p:cNvSpPr/>
          <p:nvPr/>
        </p:nvSpPr>
        <p:spPr>
          <a:xfrm>
            <a:off x="594360" y="5166360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038344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科視上海辦公室演示室完成升級，展出 Eclipse G3、Griffyn 與 M4K 系列等高階純雷射投影機（投影時代）。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04 · SECTION　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市場與品牌動態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波士頓歌劇院採用 Epson 大型場館 4K 雷射投影機，將字幕轉化為動態舞台投影藝術（Epson官方）。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05 · SECTION　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技術與供應鏈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隨著矽光子技術發展，光學模組的生產瓶頸已從下游元件製造端，向上游雷射級基板的供應轉移（DigiTimes）。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236829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402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鴻騰精密（FIT）正積極擴大光學互連產品的研發與佈局，因應 AI 賽局將競賽重心轉向資料傳輸與連接技術（DigiTimes）。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06 · SECTION　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下週關注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關注矽光子技術在上游雷射級基板供應端的後續發展，以及對光學模組與相關顯示光學應用的影響。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2130552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02536"/>
            <a:ext cx="10698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觀察消費級投影品牌（如極米等）跨足B端文化展演與藝術場景的後續市場擴展效應。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961120" y="3200400"/>
            <a:ext cx="5486400" cy="5486400"/>
          </a:xfrm>
          <a:prstGeom prst="ellipse">
            <a:avLst/>
          </a:prstGeom>
          <a:solidFill>
            <a:srgbClr val="4C7E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9144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5F3EC"/>
                </a:solidFill>
                <a:latin typeface="Arial"/>
              </a:rPr>
              <a:t>投影機情報站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118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096A1"/>
                </a:solidFill>
                <a:latin typeface="Arial"/>
              </a:rPr>
              <a:t>由本站爬蟲每日追蹤產業動態，AI 自動摘要與分類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